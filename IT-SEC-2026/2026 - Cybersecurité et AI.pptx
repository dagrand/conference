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</p:sldMasterIdLst>
  <p:notesMasterIdLst>
    <p:notesMasterId r:id="rId23"/>
  </p:notesMasterIdLst>
  <p:sldIdLst>
    <p:sldId id="256" r:id="rId6"/>
    <p:sldId id="272" r:id="rId7"/>
    <p:sldId id="273" r:id="rId8"/>
    <p:sldId id="265" r:id="rId9"/>
    <p:sldId id="264" r:id="rId10"/>
    <p:sldId id="262" r:id="rId11"/>
    <p:sldId id="276" r:id="rId12"/>
    <p:sldId id="277" r:id="rId13"/>
    <p:sldId id="274" r:id="rId14"/>
    <p:sldId id="267" r:id="rId15"/>
    <p:sldId id="268" r:id="rId16"/>
    <p:sldId id="275" r:id="rId17"/>
    <p:sldId id="278" r:id="rId18"/>
    <p:sldId id="279" r:id="rId19"/>
    <p:sldId id="269" r:id="rId20"/>
    <p:sldId id="280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A3179"/>
    <a:srgbClr val="38575A"/>
    <a:srgbClr val="609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C0772-D566-4F38-8F7B-434EA50F120F}" v="60" dt="2026-04-17T12:02:36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4" autoAdjust="0"/>
    <p:restoredTop sz="74053" autoAdjust="0"/>
  </p:normalViewPr>
  <p:slideViewPr>
    <p:cSldViewPr snapToGrid="0">
      <p:cViewPr varScale="1">
        <p:scale>
          <a:sx n="70" d="100"/>
          <a:sy n="70" d="100"/>
        </p:scale>
        <p:origin x="15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Gr" userId="1367bd02884872fb" providerId="LiveId" clId="{66566231-395F-4B7F-AA7A-F650A064F279}"/>
    <pc:docChg chg="undo custSel addSld delSld modSld sldOrd">
      <pc:chgData name="David Gr" userId="1367bd02884872fb" providerId="LiveId" clId="{66566231-395F-4B7F-AA7A-F650A064F279}" dt="2026-04-17T12:02:55.937" v="1875" actId="122"/>
      <pc:docMkLst>
        <pc:docMk/>
      </pc:docMkLst>
      <pc:sldChg chg="del">
        <pc:chgData name="David Gr" userId="1367bd02884872fb" providerId="LiveId" clId="{66566231-395F-4B7F-AA7A-F650A064F279}" dt="2026-04-16T19:19:10.215" v="992" actId="47"/>
        <pc:sldMkLst>
          <pc:docMk/>
          <pc:sldMk cId="3229525218" sldId="259"/>
        </pc:sldMkLst>
      </pc:sldChg>
      <pc:sldChg chg="del">
        <pc:chgData name="David Gr" userId="1367bd02884872fb" providerId="LiveId" clId="{66566231-395F-4B7F-AA7A-F650A064F279}" dt="2026-04-17T11:16:03.886" v="1274" actId="47"/>
        <pc:sldMkLst>
          <pc:docMk/>
          <pc:sldMk cId="3369002562" sldId="261"/>
        </pc:sldMkLst>
      </pc:sldChg>
      <pc:sldChg chg="delSp mod ord">
        <pc:chgData name="David Gr" userId="1367bd02884872fb" providerId="LiveId" clId="{66566231-395F-4B7F-AA7A-F650A064F279}" dt="2026-04-16T18:41:08.737" v="515" actId="478"/>
        <pc:sldMkLst>
          <pc:docMk/>
          <pc:sldMk cId="2627510869" sldId="262"/>
        </pc:sldMkLst>
        <pc:spChg chg="del">
          <ac:chgData name="David Gr" userId="1367bd02884872fb" providerId="LiveId" clId="{66566231-395F-4B7F-AA7A-F650A064F279}" dt="2026-04-16T18:41:08.737" v="515" actId="478"/>
          <ac:spMkLst>
            <pc:docMk/>
            <pc:sldMk cId="2627510869" sldId="262"/>
            <ac:spMk id="10" creationId="{53909693-8945-FB02-D0DA-1A38BF9DEE87}"/>
          </ac:spMkLst>
        </pc:spChg>
      </pc:sldChg>
      <pc:sldChg chg="ord modNotesTx">
        <pc:chgData name="David Gr" userId="1367bd02884872fb" providerId="LiveId" clId="{66566231-395F-4B7F-AA7A-F650A064F279}" dt="2026-04-17T11:59:39.059" v="1868" actId="20577"/>
        <pc:sldMkLst>
          <pc:docMk/>
          <pc:sldMk cId="1604112830" sldId="264"/>
        </pc:sldMkLst>
      </pc:sldChg>
      <pc:sldChg chg="addSp delSp mod">
        <pc:chgData name="David Gr" userId="1367bd02884872fb" providerId="LiveId" clId="{66566231-395F-4B7F-AA7A-F650A064F279}" dt="2026-04-16T18:39:40.849" v="498" actId="22"/>
        <pc:sldMkLst>
          <pc:docMk/>
          <pc:sldMk cId="3061360574" sldId="265"/>
        </pc:sldMkLst>
        <pc:picChg chg="add">
          <ac:chgData name="David Gr" userId="1367bd02884872fb" providerId="LiveId" clId="{66566231-395F-4B7F-AA7A-F650A064F279}" dt="2026-04-16T18:39:40.849" v="498" actId="22"/>
          <ac:picMkLst>
            <pc:docMk/>
            <pc:sldMk cId="3061360574" sldId="265"/>
            <ac:picMk id="3" creationId="{ACFFA3E8-EA2E-1151-110A-A4DB274BE3DD}"/>
          </ac:picMkLst>
        </pc:picChg>
        <pc:picChg chg="del">
          <ac:chgData name="David Gr" userId="1367bd02884872fb" providerId="LiveId" clId="{66566231-395F-4B7F-AA7A-F650A064F279}" dt="2026-04-16T18:39:40.645" v="497" actId="478"/>
          <ac:picMkLst>
            <pc:docMk/>
            <pc:sldMk cId="3061360574" sldId="265"/>
            <ac:picMk id="5" creationId="{8D9C8EAF-27C6-587F-3F59-971F0E4A89AC}"/>
          </ac:picMkLst>
        </pc:picChg>
      </pc:sldChg>
      <pc:sldChg chg="addSp delSp modSp mod modAnim">
        <pc:chgData name="David Gr" userId="1367bd02884872fb" providerId="LiveId" clId="{66566231-395F-4B7F-AA7A-F650A064F279}" dt="2026-04-17T11:54:42.305" v="1816" actId="20577"/>
        <pc:sldMkLst>
          <pc:docMk/>
          <pc:sldMk cId="3850981294" sldId="267"/>
        </pc:sldMkLst>
        <pc:spChg chg="mod">
          <ac:chgData name="David Gr" userId="1367bd02884872fb" providerId="LiveId" clId="{66566231-395F-4B7F-AA7A-F650A064F279}" dt="2026-04-17T11:54:42.305" v="1816" actId="20577"/>
          <ac:spMkLst>
            <pc:docMk/>
            <pc:sldMk cId="3850981294" sldId="267"/>
            <ac:spMk id="2" creationId="{7D76F8B8-7B56-ACE1-BF46-3672E311F73B}"/>
          </ac:spMkLst>
        </pc:spChg>
        <pc:spChg chg="add del mod">
          <ac:chgData name="David Gr" userId="1367bd02884872fb" providerId="LiveId" clId="{66566231-395F-4B7F-AA7A-F650A064F279}" dt="2026-04-16T18:44:52.220" v="666" actId="478"/>
          <ac:spMkLst>
            <pc:docMk/>
            <pc:sldMk cId="3850981294" sldId="267"/>
            <ac:spMk id="4" creationId="{CB9CAB0F-5FBD-1F0F-4907-7FA4A2F8439A}"/>
          </ac:spMkLst>
        </pc:spChg>
        <pc:picChg chg="add del mod">
          <ac:chgData name="David Gr" userId="1367bd02884872fb" providerId="LiveId" clId="{66566231-395F-4B7F-AA7A-F650A064F279}" dt="2026-04-16T18:44:17.364" v="663" actId="478"/>
          <ac:picMkLst>
            <pc:docMk/>
            <pc:sldMk cId="3850981294" sldId="267"/>
            <ac:picMk id="6" creationId="{C8411A1E-E3A3-258A-6B19-FDC1CD29D4AC}"/>
          </ac:picMkLst>
        </pc:picChg>
        <pc:picChg chg="del mod">
          <ac:chgData name="David Gr" userId="1367bd02884872fb" providerId="LiveId" clId="{66566231-395F-4B7F-AA7A-F650A064F279}" dt="2026-04-16T18:42:25.257" v="654" actId="21"/>
          <ac:picMkLst>
            <pc:docMk/>
            <pc:sldMk cId="3850981294" sldId="267"/>
            <ac:picMk id="8" creationId="{20899ABB-887E-A583-3017-7FD2064D00DE}"/>
          </ac:picMkLst>
        </pc:picChg>
        <pc:picChg chg="add del mod">
          <ac:chgData name="David Gr" userId="1367bd02884872fb" providerId="LiveId" clId="{66566231-395F-4B7F-AA7A-F650A064F279}" dt="2026-04-16T18:44:16.931" v="662" actId="478"/>
          <ac:picMkLst>
            <pc:docMk/>
            <pc:sldMk cId="3850981294" sldId="267"/>
            <ac:picMk id="10" creationId="{C3B78E32-FB06-9B2B-BD7F-0F8938A3D442}"/>
          </ac:picMkLst>
        </pc:picChg>
        <pc:picChg chg="add del mod">
          <ac:chgData name="David Gr" userId="1367bd02884872fb" providerId="LiveId" clId="{66566231-395F-4B7F-AA7A-F650A064F279}" dt="2026-04-16T18:44:16.448" v="661" actId="478"/>
          <ac:picMkLst>
            <pc:docMk/>
            <pc:sldMk cId="3850981294" sldId="267"/>
            <ac:picMk id="12" creationId="{08D279AD-62D1-C1AB-DA5B-17A1C7F238FA}"/>
          </ac:picMkLst>
        </pc:picChg>
        <pc:picChg chg="add mod">
          <ac:chgData name="David Gr" userId="1367bd02884872fb" providerId="LiveId" clId="{66566231-395F-4B7F-AA7A-F650A064F279}" dt="2026-04-16T18:44:43.022" v="665" actId="1076"/>
          <ac:picMkLst>
            <pc:docMk/>
            <pc:sldMk cId="3850981294" sldId="267"/>
            <ac:picMk id="14" creationId="{1CDEC4E4-BFDF-B9E9-79FF-B786EB4F9641}"/>
          </ac:picMkLst>
        </pc:picChg>
        <pc:picChg chg="add mod">
          <ac:chgData name="David Gr" userId="1367bd02884872fb" providerId="LiveId" clId="{66566231-395F-4B7F-AA7A-F650A064F279}" dt="2026-04-16T18:45:04.873" v="668" actId="1076"/>
          <ac:picMkLst>
            <pc:docMk/>
            <pc:sldMk cId="3850981294" sldId="267"/>
            <ac:picMk id="16" creationId="{2001BC6F-26BA-3633-3F2A-237A96943706}"/>
          </ac:picMkLst>
        </pc:picChg>
        <pc:picChg chg="add mod">
          <ac:chgData name="David Gr" userId="1367bd02884872fb" providerId="LiveId" clId="{66566231-395F-4B7F-AA7A-F650A064F279}" dt="2026-04-16T18:45:17.722" v="670" actId="1076"/>
          <ac:picMkLst>
            <pc:docMk/>
            <pc:sldMk cId="3850981294" sldId="267"/>
            <ac:picMk id="18" creationId="{120319A3-45D9-27D1-4437-73EB6E09CFE8}"/>
          </ac:picMkLst>
        </pc:picChg>
        <pc:picChg chg="add mod">
          <ac:chgData name="David Gr" userId="1367bd02884872fb" providerId="LiveId" clId="{66566231-395F-4B7F-AA7A-F650A064F279}" dt="2026-04-16T18:46:16.362" v="692" actId="1038"/>
          <ac:picMkLst>
            <pc:docMk/>
            <pc:sldMk cId="3850981294" sldId="267"/>
            <ac:picMk id="20" creationId="{D08F3A10-3F3C-5873-430E-AD26E83955A9}"/>
          </ac:picMkLst>
        </pc:picChg>
        <pc:picChg chg="add mod">
          <ac:chgData name="David Gr" userId="1367bd02884872fb" providerId="LiveId" clId="{66566231-395F-4B7F-AA7A-F650A064F279}" dt="2026-04-16T18:45:51.948" v="684" actId="1036"/>
          <ac:picMkLst>
            <pc:docMk/>
            <pc:sldMk cId="3850981294" sldId="267"/>
            <ac:picMk id="22" creationId="{B4127208-7D81-2A62-729B-EFFC6FCFC7AF}"/>
          </ac:picMkLst>
        </pc:picChg>
      </pc:sldChg>
      <pc:sldChg chg="addSp delSp modSp mod modAnim modNotesTx">
        <pc:chgData name="David Gr" userId="1367bd02884872fb" providerId="LiveId" clId="{66566231-395F-4B7F-AA7A-F650A064F279}" dt="2026-04-17T12:00:00.809" v="1869" actId="20577"/>
        <pc:sldMkLst>
          <pc:docMk/>
          <pc:sldMk cId="259279297" sldId="268"/>
        </pc:sldMkLst>
        <pc:picChg chg="del">
          <ac:chgData name="David Gr" userId="1367bd02884872fb" providerId="LiveId" clId="{66566231-395F-4B7F-AA7A-F650A064F279}" dt="2026-04-16T19:16:56.535" v="948" actId="478"/>
          <ac:picMkLst>
            <pc:docMk/>
            <pc:sldMk cId="259279297" sldId="268"/>
            <ac:picMk id="4" creationId="{C8CFA947-1632-75F3-794A-D8E755D97EF7}"/>
          </ac:picMkLst>
        </pc:picChg>
        <pc:picChg chg="add mod">
          <ac:chgData name="David Gr" userId="1367bd02884872fb" providerId="LiveId" clId="{66566231-395F-4B7F-AA7A-F650A064F279}" dt="2026-04-16T19:17:01.782" v="951" actId="1076"/>
          <ac:picMkLst>
            <pc:docMk/>
            <pc:sldMk cId="259279297" sldId="268"/>
            <ac:picMk id="6" creationId="{CD5C40F5-D859-5D84-D9AE-E9A34A4B1A68}"/>
          </ac:picMkLst>
        </pc:picChg>
        <pc:picChg chg="add mod">
          <ac:chgData name="David Gr" userId="1367bd02884872fb" providerId="LiveId" clId="{66566231-395F-4B7F-AA7A-F650A064F279}" dt="2026-04-16T19:17:51.946" v="986" actId="1038"/>
          <ac:picMkLst>
            <pc:docMk/>
            <pc:sldMk cId="259279297" sldId="268"/>
            <ac:picMk id="8" creationId="{5ABCBA8D-927A-985C-935B-454EE5C1E811}"/>
          </ac:picMkLst>
        </pc:picChg>
        <pc:picChg chg="add mod">
          <ac:chgData name="David Gr" userId="1367bd02884872fb" providerId="LiveId" clId="{66566231-395F-4B7F-AA7A-F650A064F279}" dt="2026-04-16T19:17:52.650" v="987" actId="1038"/>
          <ac:picMkLst>
            <pc:docMk/>
            <pc:sldMk cId="259279297" sldId="268"/>
            <ac:picMk id="10" creationId="{0227624A-F6CA-A1BE-B0D0-645B4F5F5EEE}"/>
          </ac:picMkLst>
        </pc:picChg>
        <pc:picChg chg="add mod">
          <ac:chgData name="David Gr" userId="1367bd02884872fb" providerId="LiveId" clId="{66566231-395F-4B7F-AA7A-F650A064F279}" dt="2026-04-16T19:17:50.343" v="983" actId="1038"/>
          <ac:picMkLst>
            <pc:docMk/>
            <pc:sldMk cId="259279297" sldId="268"/>
            <ac:picMk id="12" creationId="{C432EAAA-78DE-3073-2E1C-DCF9F5FCF6D0}"/>
          </ac:picMkLst>
        </pc:picChg>
      </pc:sldChg>
      <pc:sldChg chg="addSp modSp mod modAnim">
        <pc:chgData name="David Gr" userId="1367bd02884872fb" providerId="LiveId" clId="{66566231-395F-4B7F-AA7A-F650A064F279}" dt="2026-04-17T11:56:19.066" v="1844"/>
        <pc:sldMkLst>
          <pc:docMk/>
          <pc:sldMk cId="1766919577" sldId="269"/>
        </pc:sldMkLst>
        <pc:spChg chg="mod">
          <ac:chgData name="David Gr" userId="1367bd02884872fb" providerId="LiveId" clId="{66566231-395F-4B7F-AA7A-F650A064F279}" dt="2026-04-17T11:55:52.770" v="1837" actId="14100"/>
          <ac:spMkLst>
            <pc:docMk/>
            <pc:sldMk cId="1766919577" sldId="269"/>
            <ac:spMk id="3" creationId="{20D176EB-2ECB-F244-26D9-C0417201C391}"/>
          </ac:spMkLst>
        </pc:spChg>
        <pc:spChg chg="add mod">
          <ac:chgData name="David Gr" userId="1367bd02884872fb" providerId="LiveId" clId="{66566231-395F-4B7F-AA7A-F650A064F279}" dt="2026-04-17T11:55:42.119" v="1827" actId="767"/>
          <ac:spMkLst>
            <pc:docMk/>
            <pc:sldMk cId="1766919577" sldId="269"/>
            <ac:spMk id="6" creationId="{364D4F7B-FAC2-33B9-07D8-BB6809D6D586}"/>
          </ac:spMkLst>
        </pc:spChg>
        <pc:spChg chg="add mod">
          <ac:chgData name="David Gr" userId="1367bd02884872fb" providerId="LiveId" clId="{66566231-395F-4B7F-AA7A-F650A064F279}" dt="2026-04-17T11:56:04.874" v="1841" actId="11"/>
          <ac:spMkLst>
            <pc:docMk/>
            <pc:sldMk cId="1766919577" sldId="269"/>
            <ac:spMk id="7" creationId="{8E962F68-ABE9-E89E-8C2E-F6FB524DE9CB}"/>
          </ac:spMkLst>
        </pc:spChg>
      </pc:sldChg>
      <pc:sldChg chg="addSp modSp del mod">
        <pc:chgData name="David Gr" userId="1367bd02884872fb" providerId="LiveId" clId="{66566231-395F-4B7F-AA7A-F650A064F279}" dt="2026-04-17T11:48:19.031" v="1751" actId="47"/>
        <pc:sldMkLst>
          <pc:docMk/>
          <pc:sldMk cId="4018609324" sldId="271"/>
        </pc:sldMkLst>
        <pc:spChg chg="add mod">
          <ac:chgData name="David Gr" userId="1367bd02884872fb" providerId="LiveId" clId="{66566231-395F-4B7F-AA7A-F650A064F279}" dt="2026-04-17T11:46:07.790" v="1686" actId="1076"/>
          <ac:spMkLst>
            <pc:docMk/>
            <pc:sldMk cId="4018609324" sldId="271"/>
            <ac:spMk id="7" creationId="{E3C402F6-F777-A057-FB30-35A7B6CAC665}"/>
          </ac:spMkLst>
        </pc:spChg>
      </pc:sldChg>
      <pc:sldChg chg="addSp delSp modSp new mod">
        <pc:chgData name="David Gr" userId="1367bd02884872fb" providerId="LiveId" clId="{66566231-395F-4B7F-AA7A-F650A064F279}" dt="2026-04-16T18:50:07.330" v="727" actId="1076"/>
        <pc:sldMkLst>
          <pc:docMk/>
          <pc:sldMk cId="1540418693" sldId="272"/>
        </pc:sldMkLst>
        <pc:spChg chg="mod">
          <ac:chgData name="David Gr" userId="1367bd02884872fb" providerId="LiveId" clId="{66566231-395F-4B7F-AA7A-F650A064F279}" dt="2026-04-16T18:27:39.538" v="357" actId="1076"/>
          <ac:spMkLst>
            <pc:docMk/>
            <pc:sldMk cId="1540418693" sldId="272"/>
            <ac:spMk id="2" creationId="{47F1EEDB-A98F-347B-D05C-BAB0F22653E4}"/>
          </ac:spMkLst>
        </pc:spChg>
        <pc:spChg chg="mod">
          <ac:chgData name="David Gr" userId="1367bd02884872fb" providerId="LiveId" clId="{66566231-395F-4B7F-AA7A-F650A064F279}" dt="2026-04-16T18:27:27.978" v="352" actId="20577"/>
          <ac:spMkLst>
            <pc:docMk/>
            <pc:sldMk cId="1540418693" sldId="272"/>
            <ac:spMk id="3" creationId="{A2E0127E-8A6D-9439-746D-2B68FBEA370D}"/>
          </ac:spMkLst>
        </pc:spChg>
        <pc:spChg chg="add del mod">
          <ac:chgData name="David Gr" userId="1367bd02884872fb" providerId="LiveId" clId="{66566231-395F-4B7F-AA7A-F650A064F279}" dt="2026-04-16T18:28:21.804" v="361" actId="478"/>
          <ac:spMkLst>
            <pc:docMk/>
            <pc:sldMk cId="1540418693" sldId="272"/>
            <ac:spMk id="5" creationId="{68A5D281-A038-BD7A-E3FC-9478E638551B}"/>
          </ac:spMkLst>
        </pc:spChg>
        <pc:spChg chg="add del">
          <ac:chgData name="David Gr" userId="1367bd02884872fb" providerId="LiveId" clId="{66566231-395F-4B7F-AA7A-F650A064F279}" dt="2026-04-16T18:48:17.230" v="696" actId="22"/>
          <ac:spMkLst>
            <pc:docMk/>
            <pc:sldMk cId="1540418693" sldId="272"/>
            <ac:spMk id="7" creationId="{7B03ED35-9610-AD6A-E89C-1AFC90A46461}"/>
          </ac:spMkLst>
        </pc:spChg>
        <pc:spChg chg="add del">
          <ac:chgData name="David Gr" userId="1367bd02884872fb" providerId="LiveId" clId="{66566231-395F-4B7F-AA7A-F650A064F279}" dt="2026-04-16T18:48:19.936" v="698" actId="22"/>
          <ac:spMkLst>
            <pc:docMk/>
            <pc:sldMk cId="1540418693" sldId="272"/>
            <ac:spMk id="9" creationId="{66179CFA-266E-BDCE-512D-40697A124538}"/>
          </ac:spMkLst>
        </pc:spChg>
        <pc:spChg chg="add mod ord">
          <ac:chgData name="David Gr" userId="1367bd02884872fb" providerId="LiveId" clId="{66566231-395F-4B7F-AA7A-F650A064F279}" dt="2026-04-16T18:50:07.330" v="727" actId="1076"/>
          <ac:spMkLst>
            <pc:docMk/>
            <pc:sldMk cId="1540418693" sldId="272"/>
            <ac:spMk id="16" creationId="{08575738-88DC-3FCB-B964-0E0000036B53}"/>
          </ac:spMkLst>
        </pc:spChg>
        <pc:picChg chg="add del mod">
          <ac:chgData name="David Gr" userId="1367bd02884872fb" providerId="LiveId" clId="{66566231-395F-4B7F-AA7A-F650A064F279}" dt="2026-04-16T18:48:51.256" v="705" actId="478"/>
          <ac:picMkLst>
            <pc:docMk/>
            <pc:sldMk cId="1540418693" sldId="272"/>
            <ac:picMk id="11" creationId="{2FAE2C64-2723-0799-A5F0-35B30C7B0575}"/>
          </ac:picMkLst>
        </pc:picChg>
        <pc:picChg chg="add del mod">
          <ac:chgData name="David Gr" userId="1367bd02884872fb" providerId="LiveId" clId="{66566231-395F-4B7F-AA7A-F650A064F279}" dt="2026-04-16T18:49:07.760" v="708" actId="931"/>
          <ac:picMkLst>
            <pc:docMk/>
            <pc:sldMk cId="1540418693" sldId="272"/>
            <ac:picMk id="13" creationId="{C67F8C6A-F9D7-6632-5301-CF6C33AEBFEC}"/>
          </ac:picMkLst>
        </pc:picChg>
        <pc:picChg chg="add mod">
          <ac:chgData name="David Gr" userId="1367bd02884872fb" providerId="LiveId" clId="{66566231-395F-4B7F-AA7A-F650A064F279}" dt="2026-04-16T18:50:07.330" v="727" actId="1076"/>
          <ac:picMkLst>
            <pc:docMk/>
            <pc:sldMk cId="1540418693" sldId="272"/>
            <ac:picMk id="15" creationId="{92F35E10-9B0E-64FD-9D13-6AD820147862}"/>
          </ac:picMkLst>
        </pc:picChg>
      </pc:sldChg>
      <pc:sldChg chg="addSp delSp modSp add del mod">
        <pc:chgData name="David Gr" userId="1367bd02884872fb" providerId="LiveId" clId="{66566231-395F-4B7F-AA7A-F650A064F279}" dt="2026-04-16T18:28:51.095" v="372" actId="47"/>
        <pc:sldMkLst>
          <pc:docMk/>
          <pc:sldMk cId="1039873058" sldId="273"/>
        </pc:sldMkLst>
        <pc:spChg chg="del">
          <ac:chgData name="David Gr" userId="1367bd02884872fb" providerId="LiveId" clId="{66566231-395F-4B7F-AA7A-F650A064F279}" dt="2026-04-16T18:28:39.320" v="367" actId="478"/>
          <ac:spMkLst>
            <pc:docMk/>
            <pc:sldMk cId="1039873058" sldId="273"/>
            <ac:spMk id="2" creationId="{7D3C6A3D-63C0-9B88-F905-7FCBC9F6CB66}"/>
          </ac:spMkLst>
        </pc:spChg>
        <pc:spChg chg="del">
          <ac:chgData name="David Gr" userId="1367bd02884872fb" providerId="LiveId" clId="{66566231-395F-4B7F-AA7A-F650A064F279}" dt="2026-04-16T18:28:27.064" v="362" actId="478"/>
          <ac:spMkLst>
            <pc:docMk/>
            <pc:sldMk cId="1039873058" sldId="273"/>
            <ac:spMk id="3" creationId="{7A050F1F-EEEC-86CA-14F9-F8097A6EF6AD}"/>
          </ac:spMkLst>
        </pc:spChg>
        <pc:spChg chg="del">
          <ac:chgData name="David Gr" userId="1367bd02884872fb" providerId="LiveId" clId="{66566231-395F-4B7F-AA7A-F650A064F279}" dt="2026-04-16T18:28:28.486" v="363" actId="478"/>
          <ac:spMkLst>
            <pc:docMk/>
            <pc:sldMk cId="1039873058" sldId="273"/>
            <ac:spMk id="5" creationId="{FD7DE1BC-DC78-243E-45F7-C9B988803E92}"/>
          </ac:spMkLst>
        </pc:spChg>
        <pc:spChg chg="add del mod">
          <ac:chgData name="David Gr" userId="1367bd02884872fb" providerId="LiveId" clId="{66566231-395F-4B7F-AA7A-F650A064F279}" dt="2026-04-16T18:28:29.458" v="364" actId="478"/>
          <ac:spMkLst>
            <pc:docMk/>
            <pc:sldMk cId="1039873058" sldId="273"/>
            <ac:spMk id="6" creationId="{FFA7DF1C-8C26-09E2-5C45-3CA5F16B2A60}"/>
          </ac:spMkLst>
        </pc:spChg>
        <pc:spChg chg="add mod">
          <ac:chgData name="David Gr" userId="1367bd02884872fb" providerId="LiveId" clId="{66566231-395F-4B7F-AA7A-F650A064F279}" dt="2026-04-16T18:28:36.119" v="366" actId="207"/>
          <ac:spMkLst>
            <pc:docMk/>
            <pc:sldMk cId="1039873058" sldId="273"/>
            <ac:spMk id="7" creationId="{E4A1D468-1715-355A-A350-4852F3A196CA}"/>
          </ac:spMkLst>
        </pc:spChg>
        <pc:spChg chg="add del mod">
          <ac:chgData name="David Gr" userId="1367bd02884872fb" providerId="LiveId" clId="{66566231-395F-4B7F-AA7A-F650A064F279}" dt="2026-04-16T18:28:41.364" v="368" actId="478"/>
          <ac:spMkLst>
            <pc:docMk/>
            <pc:sldMk cId="1039873058" sldId="273"/>
            <ac:spMk id="9" creationId="{73CE2CFD-0FF7-D91A-BD79-E3CD1B1686BA}"/>
          </ac:spMkLst>
        </pc:spChg>
        <pc:spChg chg="add mod">
          <ac:chgData name="David Gr" userId="1367bd02884872fb" providerId="LiveId" clId="{66566231-395F-4B7F-AA7A-F650A064F279}" dt="2026-04-16T18:28:49.943" v="371" actId="207"/>
          <ac:spMkLst>
            <pc:docMk/>
            <pc:sldMk cId="1039873058" sldId="273"/>
            <ac:spMk id="10" creationId="{2B62F6C8-846F-9418-31BD-8A68802CBB36}"/>
          </ac:spMkLst>
        </pc:spChg>
      </pc:sldChg>
      <pc:sldChg chg="addSp delSp modSp new mod modClrScheme chgLayout">
        <pc:chgData name="David Gr" userId="1367bd02884872fb" providerId="LiveId" clId="{66566231-395F-4B7F-AA7A-F650A064F279}" dt="2026-04-17T11:57:03.283" v="1867" actId="20577"/>
        <pc:sldMkLst>
          <pc:docMk/>
          <pc:sldMk cId="1797494637" sldId="273"/>
        </pc:sldMkLst>
        <pc:spChg chg="del mod ord">
          <ac:chgData name="David Gr" userId="1367bd02884872fb" providerId="LiveId" clId="{66566231-395F-4B7F-AA7A-F650A064F279}" dt="2026-04-16T18:35:53.293" v="374" actId="700"/>
          <ac:spMkLst>
            <pc:docMk/>
            <pc:sldMk cId="1797494637" sldId="273"/>
            <ac:spMk id="2" creationId="{2B2E0553-C65D-CDF4-C04C-42BC2ACB8037}"/>
          </ac:spMkLst>
        </pc:spChg>
        <pc:spChg chg="del mod ord">
          <ac:chgData name="David Gr" userId="1367bd02884872fb" providerId="LiveId" clId="{66566231-395F-4B7F-AA7A-F650A064F279}" dt="2026-04-16T18:35:53.293" v="374" actId="700"/>
          <ac:spMkLst>
            <pc:docMk/>
            <pc:sldMk cId="1797494637" sldId="273"/>
            <ac:spMk id="3" creationId="{B361B938-35F1-CB76-E02E-9F3FE6BC0E4E}"/>
          </ac:spMkLst>
        </pc:spChg>
        <pc:spChg chg="add mod ord">
          <ac:chgData name="David Gr" userId="1367bd02884872fb" providerId="LiveId" clId="{66566231-395F-4B7F-AA7A-F650A064F279}" dt="2026-04-16T18:40:54.543" v="514" actId="20577"/>
          <ac:spMkLst>
            <pc:docMk/>
            <pc:sldMk cId="1797494637" sldId="273"/>
            <ac:spMk id="4" creationId="{4E333E98-AC1F-63BF-E995-FB87627B8E26}"/>
          </ac:spMkLst>
        </pc:spChg>
        <pc:spChg chg="add mod ord">
          <ac:chgData name="David Gr" userId="1367bd02884872fb" providerId="LiveId" clId="{66566231-395F-4B7F-AA7A-F650A064F279}" dt="2026-04-17T11:57:03.283" v="1867" actId="20577"/>
          <ac:spMkLst>
            <pc:docMk/>
            <pc:sldMk cId="1797494637" sldId="273"/>
            <ac:spMk id="5" creationId="{7D28A016-9E36-8154-4F2C-B4F84F4CD8E3}"/>
          </ac:spMkLst>
        </pc:spChg>
      </pc:sldChg>
      <pc:sldChg chg="addSp delSp modSp new mod modClrScheme chgLayout">
        <pc:chgData name="David Gr" userId="1367bd02884872fb" providerId="LiveId" clId="{66566231-395F-4B7F-AA7A-F650A064F279}" dt="2026-04-17T11:54:38.381" v="1808" actId="20577"/>
        <pc:sldMkLst>
          <pc:docMk/>
          <pc:sldMk cId="4116036312" sldId="274"/>
        </pc:sldMkLst>
        <pc:spChg chg="del mod ord">
          <ac:chgData name="David Gr" userId="1367bd02884872fb" providerId="LiveId" clId="{66566231-395F-4B7F-AA7A-F650A064F279}" dt="2026-04-16T18:41:26.021" v="517" actId="700"/>
          <ac:spMkLst>
            <pc:docMk/>
            <pc:sldMk cId="4116036312" sldId="274"/>
            <ac:spMk id="2" creationId="{0C468B68-9076-219D-2CB4-27262333C564}"/>
          </ac:spMkLst>
        </pc:spChg>
        <pc:spChg chg="del mod ord">
          <ac:chgData name="David Gr" userId="1367bd02884872fb" providerId="LiveId" clId="{66566231-395F-4B7F-AA7A-F650A064F279}" dt="2026-04-16T18:41:26.021" v="517" actId="700"/>
          <ac:spMkLst>
            <pc:docMk/>
            <pc:sldMk cId="4116036312" sldId="274"/>
            <ac:spMk id="3" creationId="{78939505-219E-395C-FAB0-8227F09D9C9D}"/>
          </ac:spMkLst>
        </pc:spChg>
        <pc:spChg chg="add mod ord">
          <ac:chgData name="David Gr" userId="1367bd02884872fb" providerId="LiveId" clId="{66566231-395F-4B7F-AA7A-F650A064F279}" dt="2026-04-16T18:41:32.321" v="538" actId="20577"/>
          <ac:spMkLst>
            <pc:docMk/>
            <pc:sldMk cId="4116036312" sldId="274"/>
            <ac:spMk id="4" creationId="{271224B2-12AD-7F4C-E8DB-48BCE15C4433}"/>
          </ac:spMkLst>
        </pc:spChg>
        <pc:spChg chg="add mod ord">
          <ac:chgData name="David Gr" userId="1367bd02884872fb" providerId="LiveId" clId="{66566231-395F-4B7F-AA7A-F650A064F279}" dt="2026-04-17T11:54:38.381" v="1808" actId="20577"/>
          <ac:spMkLst>
            <pc:docMk/>
            <pc:sldMk cId="4116036312" sldId="274"/>
            <ac:spMk id="5" creationId="{C662F361-517F-0911-A0BA-E0D3F606F71C}"/>
          </ac:spMkLst>
        </pc:spChg>
      </pc:sldChg>
      <pc:sldChg chg="addSp delSp modSp new mod modClrScheme chgLayout">
        <pc:chgData name="David Gr" userId="1367bd02884872fb" providerId="LiveId" clId="{66566231-395F-4B7F-AA7A-F650A064F279}" dt="2026-04-17T11:15:58.092" v="1273" actId="207"/>
        <pc:sldMkLst>
          <pc:docMk/>
          <pc:sldMk cId="3741924975" sldId="275"/>
        </pc:sldMkLst>
        <pc:spChg chg="del mod ord">
          <ac:chgData name="David Gr" userId="1367bd02884872fb" providerId="LiveId" clId="{66566231-395F-4B7F-AA7A-F650A064F279}" dt="2026-04-16T19:04:10.139" v="729" actId="700"/>
          <ac:spMkLst>
            <pc:docMk/>
            <pc:sldMk cId="3741924975" sldId="275"/>
            <ac:spMk id="2" creationId="{3520C7ED-ED62-C4CC-7AD6-E0F5E519A45F}"/>
          </ac:spMkLst>
        </pc:spChg>
        <pc:spChg chg="del mod ord">
          <ac:chgData name="David Gr" userId="1367bd02884872fb" providerId="LiveId" clId="{66566231-395F-4B7F-AA7A-F650A064F279}" dt="2026-04-16T19:04:10.139" v="729" actId="700"/>
          <ac:spMkLst>
            <pc:docMk/>
            <pc:sldMk cId="3741924975" sldId="275"/>
            <ac:spMk id="3" creationId="{6DC4B2F3-435F-80CB-2F49-376FC9AA6A3D}"/>
          </ac:spMkLst>
        </pc:spChg>
        <pc:spChg chg="add mod ord">
          <ac:chgData name="David Gr" userId="1367bd02884872fb" providerId="LiveId" clId="{66566231-395F-4B7F-AA7A-F650A064F279}" dt="2026-04-16T19:30:56.802" v="1031" actId="20577"/>
          <ac:spMkLst>
            <pc:docMk/>
            <pc:sldMk cId="3741924975" sldId="275"/>
            <ac:spMk id="4" creationId="{509DA9C3-7908-7BE4-F2B7-D8EBAE07EED3}"/>
          </ac:spMkLst>
        </pc:spChg>
        <pc:spChg chg="add mod ord">
          <ac:chgData name="David Gr" userId="1367bd02884872fb" providerId="LiveId" clId="{66566231-395F-4B7F-AA7A-F650A064F279}" dt="2026-04-17T11:15:58.092" v="1273" actId="207"/>
          <ac:spMkLst>
            <pc:docMk/>
            <pc:sldMk cId="3741924975" sldId="275"/>
            <ac:spMk id="5" creationId="{0AE6FD0B-EDD4-8BEC-3D69-82CAA81F2C51}"/>
          </ac:spMkLst>
        </pc:spChg>
      </pc:sldChg>
      <pc:sldChg chg="addSp delSp modSp new mod">
        <pc:chgData name="David Gr" userId="1367bd02884872fb" providerId="LiveId" clId="{66566231-395F-4B7F-AA7A-F650A064F279}" dt="2026-04-16T19:11:33.381" v="936" actId="1076"/>
        <pc:sldMkLst>
          <pc:docMk/>
          <pc:sldMk cId="646906872" sldId="276"/>
        </pc:sldMkLst>
        <pc:spChg chg="del">
          <ac:chgData name="David Gr" userId="1367bd02884872fb" providerId="LiveId" clId="{66566231-395F-4B7F-AA7A-F650A064F279}" dt="2026-04-16T19:06:19.264" v="896" actId="478"/>
          <ac:spMkLst>
            <pc:docMk/>
            <pc:sldMk cId="646906872" sldId="276"/>
            <ac:spMk id="2" creationId="{01AF2408-1C28-B295-2D36-48912C22D929}"/>
          </ac:spMkLst>
        </pc:spChg>
        <pc:spChg chg="del">
          <ac:chgData name="David Gr" userId="1367bd02884872fb" providerId="LiveId" clId="{66566231-395F-4B7F-AA7A-F650A064F279}" dt="2026-04-16T19:06:20.607" v="897" actId="478"/>
          <ac:spMkLst>
            <pc:docMk/>
            <pc:sldMk cId="646906872" sldId="276"/>
            <ac:spMk id="3" creationId="{C85A1389-1A06-B0EA-136D-DE203CC5CA32}"/>
          </ac:spMkLst>
        </pc:spChg>
        <pc:spChg chg="add mod">
          <ac:chgData name="David Gr" userId="1367bd02884872fb" providerId="LiveId" clId="{66566231-395F-4B7F-AA7A-F650A064F279}" dt="2026-04-16T19:06:30.339" v="902"/>
          <ac:spMkLst>
            <pc:docMk/>
            <pc:sldMk cId="646906872" sldId="276"/>
            <ac:spMk id="6" creationId="{5DFF0625-88B2-2882-3380-63E673B23BC5}"/>
          </ac:spMkLst>
        </pc:spChg>
        <pc:spChg chg="add mod">
          <ac:chgData name="David Gr" userId="1367bd02884872fb" providerId="LiveId" clId="{66566231-395F-4B7F-AA7A-F650A064F279}" dt="2026-04-16T19:11:29.351" v="934" actId="208"/>
          <ac:spMkLst>
            <pc:docMk/>
            <pc:sldMk cId="646906872" sldId="276"/>
            <ac:spMk id="9" creationId="{0EDA0DB0-A812-EA79-77B4-26E7E35A5FA9}"/>
          </ac:spMkLst>
        </pc:spChg>
        <pc:picChg chg="add mod">
          <ac:chgData name="David Gr" userId="1367bd02884872fb" providerId="LiveId" clId="{66566231-395F-4B7F-AA7A-F650A064F279}" dt="2026-04-16T19:06:56.885" v="904" actId="14100"/>
          <ac:picMkLst>
            <pc:docMk/>
            <pc:sldMk cId="646906872" sldId="276"/>
            <ac:picMk id="5" creationId="{8249AD9E-1C56-A569-77CC-0D420CA1F028}"/>
          </ac:picMkLst>
        </pc:picChg>
        <pc:picChg chg="add del mod">
          <ac:chgData name="David Gr" userId="1367bd02884872fb" providerId="LiveId" clId="{66566231-395F-4B7F-AA7A-F650A064F279}" dt="2026-04-16T19:11:15.270" v="931" actId="22"/>
          <ac:picMkLst>
            <pc:docMk/>
            <pc:sldMk cId="646906872" sldId="276"/>
            <ac:picMk id="8" creationId="{6EA73B43-D230-1551-9D6E-E40BCA65433B}"/>
          </ac:picMkLst>
        </pc:picChg>
        <pc:picChg chg="add mod">
          <ac:chgData name="David Gr" userId="1367bd02884872fb" providerId="LiveId" clId="{66566231-395F-4B7F-AA7A-F650A064F279}" dt="2026-04-16T19:11:33.381" v="936" actId="1076"/>
          <ac:picMkLst>
            <pc:docMk/>
            <pc:sldMk cId="646906872" sldId="276"/>
            <ac:picMk id="11" creationId="{D0454382-BBCD-29DD-ECCA-5C38D1F7A288}"/>
          </ac:picMkLst>
        </pc:picChg>
      </pc:sldChg>
      <pc:sldChg chg="addSp delSp modSp new mod modClrScheme modAnim chgLayout">
        <pc:chgData name="David Gr" userId="1367bd02884872fb" providerId="LiveId" clId="{66566231-395F-4B7F-AA7A-F650A064F279}" dt="2026-04-16T19:12:05.320" v="947"/>
        <pc:sldMkLst>
          <pc:docMk/>
          <pc:sldMk cId="332421808" sldId="277"/>
        </pc:sldMkLst>
        <pc:spChg chg="del mod ord">
          <ac:chgData name="David Gr" userId="1367bd02884872fb" providerId="LiveId" clId="{66566231-395F-4B7F-AA7A-F650A064F279}" dt="2026-04-16T19:08:04.881" v="906" actId="700"/>
          <ac:spMkLst>
            <pc:docMk/>
            <pc:sldMk cId="332421808" sldId="277"/>
            <ac:spMk id="2" creationId="{1AFE0447-3D56-26E5-D505-265BDAB82D7A}"/>
          </ac:spMkLst>
        </pc:spChg>
        <pc:spChg chg="del mod ord">
          <ac:chgData name="David Gr" userId="1367bd02884872fb" providerId="LiveId" clId="{66566231-395F-4B7F-AA7A-F650A064F279}" dt="2026-04-16T19:08:04.881" v="906" actId="700"/>
          <ac:spMkLst>
            <pc:docMk/>
            <pc:sldMk cId="332421808" sldId="277"/>
            <ac:spMk id="3" creationId="{1D4D4925-8CCF-9B8A-A17C-53D7FB8E2595}"/>
          </ac:spMkLst>
        </pc:spChg>
        <pc:spChg chg="add del mod ord">
          <ac:chgData name="David Gr" userId="1367bd02884872fb" providerId="LiveId" clId="{66566231-395F-4B7F-AA7A-F650A064F279}" dt="2026-04-16T19:08:09.717" v="907" actId="700"/>
          <ac:spMkLst>
            <pc:docMk/>
            <pc:sldMk cId="332421808" sldId="277"/>
            <ac:spMk id="4" creationId="{BF78BF53-9DD1-6096-A23A-3F51AA8BCCD8}"/>
          </ac:spMkLst>
        </pc:spChg>
        <pc:spChg chg="add del mod ord">
          <ac:chgData name="David Gr" userId="1367bd02884872fb" providerId="LiveId" clId="{66566231-395F-4B7F-AA7A-F650A064F279}" dt="2026-04-16T19:08:09.717" v="907" actId="700"/>
          <ac:spMkLst>
            <pc:docMk/>
            <pc:sldMk cId="332421808" sldId="277"/>
            <ac:spMk id="5" creationId="{F2F60E99-D783-1F52-B209-12CE5CB20974}"/>
          </ac:spMkLst>
        </pc:spChg>
        <pc:spChg chg="add del mod ord">
          <ac:chgData name="David Gr" userId="1367bd02884872fb" providerId="LiveId" clId="{66566231-395F-4B7F-AA7A-F650A064F279}" dt="2026-04-16T19:08:09.717" v="907" actId="700"/>
          <ac:spMkLst>
            <pc:docMk/>
            <pc:sldMk cId="332421808" sldId="277"/>
            <ac:spMk id="6" creationId="{E9E757CF-7397-9858-DC0C-B195471CDBE6}"/>
          </ac:spMkLst>
        </pc:spChg>
        <pc:spChg chg="add del mod ord">
          <ac:chgData name="David Gr" userId="1367bd02884872fb" providerId="LiveId" clId="{66566231-395F-4B7F-AA7A-F650A064F279}" dt="2026-04-16T19:08:13.400" v="909" actId="478"/>
          <ac:spMkLst>
            <pc:docMk/>
            <pc:sldMk cId="332421808" sldId="277"/>
            <ac:spMk id="7" creationId="{93B5B676-C162-002D-8BA2-47D569F1F0C4}"/>
          </ac:spMkLst>
        </pc:spChg>
        <pc:spChg chg="add del mod ord">
          <ac:chgData name="David Gr" userId="1367bd02884872fb" providerId="LiveId" clId="{66566231-395F-4B7F-AA7A-F650A064F279}" dt="2026-04-16T19:08:12.322" v="908" actId="478"/>
          <ac:spMkLst>
            <pc:docMk/>
            <pc:sldMk cId="332421808" sldId="277"/>
            <ac:spMk id="8" creationId="{F5268C51-0E68-BF44-33B7-A1FA535694CA}"/>
          </ac:spMkLst>
        </pc:spChg>
        <pc:spChg chg="add mod">
          <ac:chgData name="David Gr" userId="1367bd02884872fb" providerId="LiveId" clId="{66566231-395F-4B7F-AA7A-F650A064F279}" dt="2026-04-16T19:09:03.780" v="916" actId="1076"/>
          <ac:spMkLst>
            <pc:docMk/>
            <pc:sldMk cId="332421808" sldId="277"/>
            <ac:spMk id="11" creationId="{5FF8EE3D-429E-4C21-C106-F4CACEBB6EE2}"/>
          </ac:spMkLst>
        </pc:spChg>
        <pc:picChg chg="add">
          <ac:chgData name="David Gr" userId="1367bd02884872fb" providerId="LiveId" clId="{66566231-395F-4B7F-AA7A-F650A064F279}" dt="2026-04-16T19:08:14.407" v="910" actId="22"/>
          <ac:picMkLst>
            <pc:docMk/>
            <pc:sldMk cId="332421808" sldId="277"/>
            <ac:picMk id="10" creationId="{CAEB0780-EF61-F52D-7B40-999D053D1FB4}"/>
          </ac:picMkLst>
        </pc:picChg>
        <pc:picChg chg="add del">
          <ac:chgData name="David Gr" userId="1367bd02884872fb" providerId="LiveId" clId="{66566231-395F-4B7F-AA7A-F650A064F279}" dt="2026-04-16T19:09:15.821" v="918" actId="22"/>
          <ac:picMkLst>
            <pc:docMk/>
            <pc:sldMk cId="332421808" sldId="277"/>
            <ac:picMk id="13" creationId="{4D39C817-EBF4-691D-6559-ADC9E77FEC94}"/>
          </ac:picMkLst>
        </pc:picChg>
        <pc:picChg chg="add del mod">
          <ac:chgData name="David Gr" userId="1367bd02884872fb" providerId="LiveId" clId="{66566231-395F-4B7F-AA7A-F650A064F279}" dt="2026-04-16T19:09:26.192" v="923" actId="478"/>
          <ac:picMkLst>
            <pc:docMk/>
            <pc:sldMk cId="332421808" sldId="277"/>
            <ac:picMk id="15" creationId="{DC7809D6-D112-C2CA-4D2D-D0C652EE1F50}"/>
          </ac:picMkLst>
        </pc:picChg>
        <pc:picChg chg="add del mod">
          <ac:chgData name="David Gr" userId="1367bd02884872fb" providerId="LiveId" clId="{66566231-395F-4B7F-AA7A-F650A064F279}" dt="2026-04-16T19:11:37.826" v="937" actId="478"/>
          <ac:picMkLst>
            <pc:docMk/>
            <pc:sldMk cId="332421808" sldId="277"/>
            <ac:picMk id="17" creationId="{A07D2645-BB80-5492-3803-54B79AA47AB8}"/>
          </ac:picMkLst>
        </pc:picChg>
        <pc:picChg chg="add mod">
          <ac:chgData name="David Gr" userId="1367bd02884872fb" providerId="LiveId" clId="{66566231-395F-4B7F-AA7A-F650A064F279}" dt="2026-04-16T19:11:40.458" v="939" actId="1076"/>
          <ac:picMkLst>
            <pc:docMk/>
            <pc:sldMk cId="332421808" sldId="277"/>
            <ac:picMk id="19" creationId="{54683C95-D425-F37A-77A3-C042E6745E82}"/>
          </ac:picMkLst>
        </pc:picChg>
      </pc:sldChg>
      <pc:sldChg chg="addSp delSp modSp new mod modClrScheme modAnim chgLayout">
        <pc:chgData name="David Gr" userId="1367bd02884872fb" providerId="LiveId" clId="{66566231-395F-4B7F-AA7A-F650A064F279}" dt="2026-04-17T12:02:36.266" v="1872"/>
        <pc:sldMkLst>
          <pc:docMk/>
          <pc:sldMk cId="2180711049" sldId="278"/>
        </pc:sldMkLst>
        <pc:spChg chg="del mod ord">
          <ac:chgData name="David Gr" userId="1367bd02884872fb" providerId="LiveId" clId="{66566231-395F-4B7F-AA7A-F650A064F279}" dt="2026-04-16T19:57:32.377" v="1038" actId="700"/>
          <ac:spMkLst>
            <pc:docMk/>
            <pc:sldMk cId="2180711049" sldId="278"/>
            <ac:spMk id="2" creationId="{14AAE8CA-1B69-72DA-6531-E1B2E6B00600}"/>
          </ac:spMkLst>
        </pc:spChg>
        <pc:spChg chg="del mod ord">
          <ac:chgData name="David Gr" userId="1367bd02884872fb" providerId="LiveId" clId="{66566231-395F-4B7F-AA7A-F650A064F279}" dt="2026-04-16T19:57:32.377" v="1038" actId="700"/>
          <ac:spMkLst>
            <pc:docMk/>
            <pc:sldMk cId="2180711049" sldId="278"/>
            <ac:spMk id="3" creationId="{2369F156-B39F-CA2B-C22C-7231CAB0D100}"/>
          </ac:spMkLst>
        </pc:spChg>
        <pc:spChg chg="add del mod ord">
          <ac:chgData name="David Gr" userId="1367bd02884872fb" providerId="LiveId" clId="{66566231-395F-4B7F-AA7A-F650A064F279}" dt="2026-04-16T19:57:36.976" v="1039" actId="700"/>
          <ac:spMkLst>
            <pc:docMk/>
            <pc:sldMk cId="2180711049" sldId="278"/>
            <ac:spMk id="4" creationId="{C9A40AB3-623E-0BC7-8ADF-DEAC8495B10F}"/>
          </ac:spMkLst>
        </pc:spChg>
        <pc:spChg chg="add del mod ord">
          <ac:chgData name="David Gr" userId="1367bd02884872fb" providerId="LiveId" clId="{66566231-395F-4B7F-AA7A-F650A064F279}" dt="2026-04-16T19:57:36.976" v="1039" actId="700"/>
          <ac:spMkLst>
            <pc:docMk/>
            <pc:sldMk cId="2180711049" sldId="278"/>
            <ac:spMk id="5" creationId="{16B3DDF1-5287-9EC7-6122-0C6FF76D1F08}"/>
          </ac:spMkLst>
        </pc:spChg>
        <pc:spChg chg="add del mod ord">
          <ac:chgData name="David Gr" userId="1367bd02884872fb" providerId="LiveId" clId="{66566231-395F-4B7F-AA7A-F650A064F279}" dt="2026-04-16T19:57:40.833" v="1042" actId="478"/>
          <ac:spMkLst>
            <pc:docMk/>
            <pc:sldMk cId="2180711049" sldId="278"/>
            <ac:spMk id="6" creationId="{8BF28248-220E-C0C1-7A3F-0A13C2D97965}"/>
          </ac:spMkLst>
        </pc:spChg>
        <pc:spChg chg="add del mod ord">
          <ac:chgData name="David Gr" userId="1367bd02884872fb" providerId="LiveId" clId="{66566231-395F-4B7F-AA7A-F650A064F279}" dt="2026-04-16T19:57:39.575" v="1041" actId="478"/>
          <ac:spMkLst>
            <pc:docMk/>
            <pc:sldMk cId="2180711049" sldId="278"/>
            <ac:spMk id="7" creationId="{CA6CE718-52E2-6B98-425A-170F8F87F1A6}"/>
          </ac:spMkLst>
        </pc:spChg>
        <pc:spChg chg="add del mod ord">
          <ac:chgData name="David Gr" userId="1367bd02884872fb" providerId="LiveId" clId="{66566231-395F-4B7F-AA7A-F650A064F279}" dt="2026-04-16T19:57:39.070" v="1040" actId="478"/>
          <ac:spMkLst>
            <pc:docMk/>
            <pc:sldMk cId="2180711049" sldId="278"/>
            <ac:spMk id="8" creationId="{4E8CFFB6-C547-6BBF-E793-11C15AAE150B}"/>
          </ac:spMkLst>
        </pc:spChg>
        <pc:spChg chg="add mod">
          <ac:chgData name="David Gr" userId="1367bd02884872fb" providerId="LiveId" clId="{66566231-395F-4B7F-AA7A-F650A064F279}" dt="2026-04-16T19:57:45.175" v="1043"/>
          <ac:spMkLst>
            <pc:docMk/>
            <pc:sldMk cId="2180711049" sldId="278"/>
            <ac:spMk id="9" creationId="{DEA85A83-BDA4-9EB9-F22C-1E814992DC9E}"/>
          </ac:spMkLst>
        </pc:spChg>
        <pc:spChg chg="add mod">
          <ac:chgData name="David Gr" userId="1367bd02884872fb" providerId="LiveId" clId="{66566231-395F-4B7F-AA7A-F650A064F279}" dt="2026-04-17T11:08:49.854" v="1102" actId="20577"/>
          <ac:spMkLst>
            <pc:docMk/>
            <pc:sldMk cId="2180711049" sldId="278"/>
            <ac:spMk id="22" creationId="{1A053A09-159A-7BE2-14E3-13FFDE468DAC}"/>
          </ac:spMkLst>
        </pc:spChg>
        <pc:picChg chg="add del">
          <ac:chgData name="David Gr" userId="1367bd02884872fb" providerId="LiveId" clId="{66566231-395F-4B7F-AA7A-F650A064F279}" dt="2026-04-16T19:57:58.936" v="1045" actId="22"/>
          <ac:picMkLst>
            <pc:docMk/>
            <pc:sldMk cId="2180711049" sldId="278"/>
            <ac:picMk id="11" creationId="{9ED0A090-915C-A423-88BE-715A7F7F46E7}"/>
          </ac:picMkLst>
        </pc:picChg>
        <pc:picChg chg="add del mod">
          <ac:chgData name="David Gr" userId="1367bd02884872fb" providerId="LiveId" clId="{66566231-395F-4B7F-AA7A-F650A064F279}" dt="2026-04-17T11:04:25.161" v="1064" actId="478"/>
          <ac:picMkLst>
            <pc:docMk/>
            <pc:sldMk cId="2180711049" sldId="278"/>
            <ac:picMk id="13" creationId="{AC8ABA52-BDAD-9E11-B732-7255AC04BBDC}"/>
          </ac:picMkLst>
        </pc:picChg>
        <pc:picChg chg="add del mod">
          <ac:chgData name="David Gr" userId="1367bd02884872fb" providerId="LiveId" clId="{66566231-395F-4B7F-AA7A-F650A064F279}" dt="2026-04-17T11:00:23.317" v="1062" actId="478"/>
          <ac:picMkLst>
            <pc:docMk/>
            <pc:sldMk cId="2180711049" sldId="278"/>
            <ac:picMk id="15" creationId="{39998C43-9B91-B6A0-F6B3-262DB921C262}"/>
          </ac:picMkLst>
        </pc:picChg>
        <pc:picChg chg="add del mod">
          <ac:chgData name="David Gr" userId="1367bd02884872fb" providerId="LiveId" clId="{66566231-395F-4B7F-AA7A-F650A064F279}" dt="2026-04-16T20:00:08.045" v="1056" actId="931"/>
          <ac:picMkLst>
            <pc:docMk/>
            <pc:sldMk cId="2180711049" sldId="278"/>
            <ac:picMk id="17" creationId="{607E0DD7-A838-7AE0-B5E1-2DB4DA481F5E}"/>
          </ac:picMkLst>
        </pc:picChg>
        <pc:picChg chg="add del">
          <ac:chgData name="David Gr" userId="1367bd02884872fb" providerId="LiveId" clId="{66566231-395F-4B7F-AA7A-F650A064F279}" dt="2026-04-16T20:00:09.913" v="1058" actId="22"/>
          <ac:picMkLst>
            <pc:docMk/>
            <pc:sldMk cId="2180711049" sldId="278"/>
            <ac:picMk id="19" creationId="{6F3BB206-00E1-6EC6-6341-DC7DD75496CA}"/>
          </ac:picMkLst>
        </pc:picChg>
        <pc:picChg chg="add del mod">
          <ac:chgData name="David Gr" userId="1367bd02884872fb" providerId="LiveId" clId="{66566231-395F-4B7F-AA7A-F650A064F279}" dt="2026-04-17T11:00:25.396" v="1063" actId="478"/>
          <ac:picMkLst>
            <pc:docMk/>
            <pc:sldMk cId="2180711049" sldId="278"/>
            <ac:picMk id="21" creationId="{063032CA-57F1-9011-02D1-B31E60C77111}"/>
          </ac:picMkLst>
        </pc:picChg>
        <pc:picChg chg="add del">
          <ac:chgData name="David Gr" userId="1367bd02884872fb" providerId="LiveId" clId="{66566231-395F-4B7F-AA7A-F650A064F279}" dt="2026-04-17T11:08:59.956" v="1104" actId="22"/>
          <ac:picMkLst>
            <pc:docMk/>
            <pc:sldMk cId="2180711049" sldId="278"/>
            <ac:picMk id="24" creationId="{AAEFBAA2-45AD-C8A2-C2BA-CDCE1DDAAD75}"/>
          </ac:picMkLst>
        </pc:picChg>
        <pc:picChg chg="add del">
          <ac:chgData name="David Gr" userId="1367bd02884872fb" providerId="LiveId" clId="{66566231-395F-4B7F-AA7A-F650A064F279}" dt="2026-04-17T11:09:01.079" v="1106" actId="22"/>
          <ac:picMkLst>
            <pc:docMk/>
            <pc:sldMk cId="2180711049" sldId="278"/>
            <ac:picMk id="26" creationId="{D2EB4541-5F2D-783E-43D5-B5673BE1E861}"/>
          </ac:picMkLst>
        </pc:picChg>
        <pc:picChg chg="add del">
          <ac:chgData name="David Gr" userId="1367bd02884872fb" providerId="LiveId" clId="{66566231-395F-4B7F-AA7A-F650A064F279}" dt="2026-04-17T11:09:06.626" v="1108" actId="22"/>
          <ac:picMkLst>
            <pc:docMk/>
            <pc:sldMk cId="2180711049" sldId="278"/>
            <ac:picMk id="28" creationId="{0A7A4BC6-0E2F-BED4-AE02-7564A99B5AA6}"/>
          </ac:picMkLst>
        </pc:picChg>
        <pc:picChg chg="add mod">
          <ac:chgData name="David Gr" userId="1367bd02884872fb" providerId="LiveId" clId="{66566231-395F-4B7F-AA7A-F650A064F279}" dt="2026-04-17T11:09:16.167" v="1111" actId="1076"/>
          <ac:picMkLst>
            <pc:docMk/>
            <pc:sldMk cId="2180711049" sldId="278"/>
            <ac:picMk id="30" creationId="{20AFDFAC-BAC9-4B79-A977-1CE0CF704C22}"/>
          </ac:picMkLst>
        </pc:picChg>
        <pc:picChg chg="add mod">
          <ac:chgData name="David Gr" userId="1367bd02884872fb" providerId="LiveId" clId="{66566231-395F-4B7F-AA7A-F650A064F279}" dt="2026-04-17T11:10:37.586" v="1115" actId="1076"/>
          <ac:picMkLst>
            <pc:docMk/>
            <pc:sldMk cId="2180711049" sldId="278"/>
            <ac:picMk id="32" creationId="{35E10C73-B557-903A-16D0-A78CFC1773B8}"/>
          </ac:picMkLst>
        </pc:picChg>
        <pc:picChg chg="add mod">
          <ac:chgData name="David Gr" userId="1367bd02884872fb" providerId="LiveId" clId="{66566231-395F-4B7F-AA7A-F650A064F279}" dt="2026-04-17T11:11:01.912" v="1123" actId="1076"/>
          <ac:picMkLst>
            <pc:docMk/>
            <pc:sldMk cId="2180711049" sldId="278"/>
            <ac:picMk id="34" creationId="{CC870BB4-9415-398D-E0DD-F830880DE70D}"/>
          </ac:picMkLst>
        </pc:picChg>
      </pc:sldChg>
      <pc:sldChg chg="addSp delSp modSp add mod">
        <pc:chgData name="David Gr" userId="1367bd02884872fb" providerId="LiveId" clId="{66566231-395F-4B7F-AA7A-F650A064F279}" dt="2026-04-17T12:02:55.937" v="1875" actId="122"/>
        <pc:sldMkLst>
          <pc:docMk/>
          <pc:sldMk cId="416441072" sldId="279"/>
        </pc:sldMkLst>
        <pc:spChg chg="add mod">
          <ac:chgData name="David Gr" userId="1367bd02884872fb" providerId="LiveId" clId="{66566231-395F-4B7F-AA7A-F650A064F279}" dt="2026-04-17T12:02:55.937" v="1875" actId="122"/>
          <ac:spMkLst>
            <pc:docMk/>
            <pc:sldMk cId="416441072" sldId="279"/>
            <ac:spMk id="2" creationId="{292CFB67-A5F4-6E2A-684A-1053E1EA8578}"/>
          </ac:spMkLst>
        </pc:spChg>
        <pc:spChg chg="mod">
          <ac:chgData name="David Gr" userId="1367bd02884872fb" providerId="LiveId" clId="{66566231-395F-4B7F-AA7A-F650A064F279}" dt="2026-04-17T11:13:13.872" v="1159" actId="20577"/>
          <ac:spMkLst>
            <pc:docMk/>
            <pc:sldMk cId="416441072" sldId="279"/>
            <ac:spMk id="22" creationId="{4B593F84-A79E-5278-6173-F6A42DAF85A6}"/>
          </ac:spMkLst>
        </pc:spChg>
        <pc:picChg chg="add mod">
          <ac:chgData name="David Gr" userId="1367bd02884872fb" providerId="LiveId" clId="{66566231-395F-4B7F-AA7A-F650A064F279}" dt="2026-04-17T11:14:51.791" v="1264" actId="1076"/>
          <ac:picMkLst>
            <pc:docMk/>
            <pc:sldMk cId="416441072" sldId="279"/>
            <ac:picMk id="4" creationId="{82BCAED2-7C20-97D0-31D5-A29339E9B3C7}"/>
          </ac:picMkLst>
        </pc:picChg>
        <pc:picChg chg="add mod">
          <ac:chgData name="David Gr" userId="1367bd02884872fb" providerId="LiveId" clId="{66566231-395F-4B7F-AA7A-F650A064F279}" dt="2026-04-17T11:15:04.666" v="1268" actId="1076"/>
          <ac:picMkLst>
            <pc:docMk/>
            <pc:sldMk cId="416441072" sldId="279"/>
            <ac:picMk id="6" creationId="{6E8AC531-AD09-0393-550C-F0FC0F27BB48}"/>
          </ac:picMkLst>
        </pc:picChg>
        <pc:picChg chg="del">
          <ac:chgData name="David Gr" userId="1367bd02884872fb" providerId="LiveId" clId="{66566231-395F-4B7F-AA7A-F650A064F279}" dt="2026-04-17T11:13:19.470" v="1160" actId="478"/>
          <ac:picMkLst>
            <pc:docMk/>
            <pc:sldMk cId="416441072" sldId="279"/>
            <ac:picMk id="30" creationId="{CEEF9225-3E67-2705-AB8C-5BCDD592E47A}"/>
          </ac:picMkLst>
        </pc:picChg>
        <pc:picChg chg="del">
          <ac:chgData name="David Gr" userId="1367bd02884872fb" providerId="LiveId" clId="{66566231-395F-4B7F-AA7A-F650A064F279}" dt="2026-04-17T11:13:51.013" v="1257" actId="478"/>
          <ac:picMkLst>
            <pc:docMk/>
            <pc:sldMk cId="416441072" sldId="279"/>
            <ac:picMk id="32" creationId="{26D5A264-97B3-34F8-60F5-6E5A12A74D37}"/>
          </ac:picMkLst>
        </pc:picChg>
        <pc:picChg chg="del mod">
          <ac:chgData name="David Gr" userId="1367bd02884872fb" providerId="LiveId" clId="{66566231-395F-4B7F-AA7A-F650A064F279}" dt="2026-04-17T11:13:52.987" v="1259" actId="478"/>
          <ac:picMkLst>
            <pc:docMk/>
            <pc:sldMk cId="416441072" sldId="279"/>
            <ac:picMk id="34" creationId="{35799193-368D-81BA-0743-020D1DB333CC}"/>
          </ac:picMkLst>
        </pc:picChg>
      </pc:sldChg>
      <pc:sldChg chg="addSp delSp modSp new mod modClrScheme chgLayout">
        <pc:chgData name="David Gr" userId="1367bd02884872fb" providerId="LiveId" clId="{66566231-395F-4B7F-AA7A-F650A064F279}" dt="2026-04-17T11:50:39.886" v="1789"/>
        <pc:sldMkLst>
          <pc:docMk/>
          <pc:sldMk cId="702324057" sldId="280"/>
        </pc:sldMkLst>
        <pc:spChg chg="del mod ord">
          <ac:chgData name="David Gr" userId="1367bd02884872fb" providerId="LiveId" clId="{66566231-395F-4B7F-AA7A-F650A064F279}" dt="2026-04-17T11:42:05.161" v="1276" actId="700"/>
          <ac:spMkLst>
            <pc:docMk/>
            <pc:sldMk cId="702324057" sldId="280"/>
            <ac:spMk id="2" creationId="{F01E8FE7-DDD0-2DC3-7441-9AD01E34783C}"/>
          </ac:spMkLst>
        </pc:spChg>
        <pc:spChg chg="del mod ord">
          <ac:chgData name="David Gr" userId="1367bd02884872fb" providerId="LiveId" clId="{66566231-395F-4B7F-AA7A-F650A064F279}" dt="2026-04-17T11:42:05.161" v="1276" actId="700"/>
          <ac:spMkLst>
            <pc:docMk/>
            <pc:sldMk cId="702324057" sldId="280"/>
            <ac:spMk id="3" creationId="{E646AE99-82E3-AF96-05E9-CB142E2C7D8A}"/>
          </ac:spMkLst>
        </pc:spChg>
        <pc:spChg chg="del">
          <ac:chgData name="David Gr" userId="1367bd02884872fb" providerId="LiveId" clId="{66566231-395F-4B7F-AA7A-F650A064F279}" dt="2026-04-17T11:42:05.161" v="1276" actId="700"/>
          <ac:spMkLst>
            <pc:docMk/>
            <pc:sldMk cId="702324057" sldId="280"/>
            <ac:spMk id="4" creationId="{2E3C78C7-788B-60FC-A852-6F82514F749C}"/>
          </ac:spMkLst>
        </pc:spChg>
        <pc:spChg chg="add mod ord">
          <ac:chgData name="David Gr" userId="1367bd02884872fb" providerId="LiveId" clId="{66566231-395F-4B7F-AA7A-F650A064F279}" dt="2026-04-17T11:50:39.886" v="1789"/>
          <ac:spMkLst>
            <pc:docMk/>
            <pc:sldMk cId="702324057" sldId="280"/>
            <ac:spMk id="5" creationId="{BF28CFDF-D6E9-A041-9C6A-723C2149BBD9}"/>
          </ac:spMkLst>
        </pc:spChg>
        <pc:spChg chg="add mod ord">
          <ac:chgData name="David Gr" userId="1367bd02884872fb" providerId="LiveId" clId="{66566231-395F-4B7F-AA7A-F650A064F279}" dt="2026-04-17T11:45:07.275" v="1649" actId="20577"/>
          <ac:spMkLst>
            <pc:docMk/>
            <pc:sldMk cId="702324057" sldId="280"/>
            <ac:spMk id="6" creationId="{70C44195-1A19-D855-31A1-905B5B81D2EC}"/>
          </ac:spMkLst>
        </pc:spChg>
      </pc:sldChg>
      <pc:sldChg chg="add del setBg">
        <pc:chgData name="David Gr" userId="1367bd02884872fb" providerId="LiveId" clId="{66566231-395F-4B7F-AA7A-F650A064F279}" dt="2026-04-17T11:46:18.779" v="1688"/>
        <pc:sldMkLst>
          <pc:docMk/>
          <pc:sldMk cId="1522013106" sldId="281"/>
        </pc:sldMkLst>
      </pc:sldChg>
      <pc:sldChg chg="addSp delSp modSp add del mod setBg modClrScheme chgLayout">
        <pc:chgData name="David Gr" userId="1367bd02884872fb" providerId="LiveId" clId="{66566231-395F-4B7F-AA7A-F650A064F279}" dt="2026-04-17T11:48:20.089" v="1752" actId="47"/>
        <pc:sldMkLst>
          <pc:docMk/>
          <pc:sldMk cId="2713073683" sldId="281"/>
        </pc:sldMkLst>
        <pc:spChg chg="del">
          <ac:chgData name="David Gr" userId="1367bd02884872fb" providerId="LiveId" clId="{66566231-395F-4B7F-AA7A-F650A064F279}" dt="2026-04-17T11:46:33.770" v="1693" actId="478"/>
          <ac:spMkLst>
            <pc:docMk/>
            <pc:sldMk cId="2713073683" sldId="281"/>
            <ac:spMk id="2" creationId="{6942D36E-7977-8632-AEAD-14E256D78C08}"/>
          </ac:spMkLst>
        </pc:spChg>
        <pc:spChg chg="add del mod ord">
          <ac:chgData name="David Gr" userId="1367bd02884872fb" providerId="LiveId" clId="{66566231-395F-4B7F-AA7A-F650A064F279}" dt="2026-04-17T11:46:32.205" v="1692" actId="478"/>
          <ac:spMkLst>
            <pc:docMk/>
            <pc:sldMk cId="2713073683" sldId="281"/>
            <ac:spMk id="3" creationId="{82C19581-06B0-4C85-4BBA-87BB9478FDF8}"/>
          </ac:spMkLst>
        </pc:spChg>
        <pc:spChg chg="add del mod ord">
          <ac:chgData name="David Gr" userId="1367bd02884872fb" providerId="LiveId" clId="{66566231-395F-4B7F-AA7A-F650A064F279}" dt="2026-04-17T11:46:31.545" v="1691" actId="478"/>
          <ac:spMkLst>
            <pc:docMk/>
            <pc:sldMk cId="2713073683" sldId="281"/>
            <ac:spMk id="4" creationId="{6FA99CDD-A80B-BFE4-F66A-EBDCD1C76531}"/>
          </ac:spMkLst>
        </pc:spChg>
        <pc:picChg chg="add del mod">
          <ac:chgData name="David Gr" userId="1367bd02884872fb" providerId="LiveId" clId="{66566231-395F-4B7F-AA7A-F650A064F279}" dt="2026-04-17T11:47:14.303" v="1701" actId="478"/>
          <ac:picMkLst>
            <pc:docMk/>
            <pc:sldMk cId="2713073683" sldId="281"/>
            <ac:picMk id="5" creationId="{BAFFA388-9B86-4256-3B66-7F43E0865AED}"/>
          </ac:picMkLst>
        </pc:picChg>
      </pc:sldChg>
      <pc:sldChg chg="addSp delSp modSp add mod ord">
        <pc:chgData name="David Gr" userId="1367bd02884872fb" providerId="LiveId" clId="{66566231-395F-4B7F-AA7A-F650A064F279}" dt="2026-04-17T11:48:17.128" v="1750" actId="1076"/>
        <pc:sldMkLst>
          <pc:docMk/>
          <pc:sldMk cId="3658522128" sldId="282"/>
        </pc:sldMkLst>
        <pc:spChg chg="del">
          <ac:chgData name="David Gr" userId="1367bd02884872fb" providerId="LiveId" clId="{66566231-395F-4B7F-AA7A-F650A064F279}" dt="2026-04-17T11:47:03.472" v="1698" actId="478"/>
          <ac:spMkLst>
            <pc:docMk/>
            <pc:sldMk cId="3658522128" sldId="282"/>
            <ac:spMk id="2" creationId="{1CA93A41-2CF5-9F97-3601-E14342C854ED}"/>
          </ac:spMkLst>
        </pc:spChg>
        <pc:spChg chg="add mod">
          <ac:chgData name="David Gr" userId="1367bd02884872fb" providerId="LiveId" clId="{66566231-395F-4B7F-AA7A-F650A064F279}" dt="2026-04-17T11:48:17.128" v="1750" actId="1076"/>
          <ac:spMkLst>
            <pc:docMk/>
            <pc:sldMk cId="3658522128" sldId="282"/>
            <ac:spMk id="6" creationId="{D566AB0C-723E-B9C9-E19A-7BB17262D85A}"/>
          </ac:spMkLst>
        </pc:spChg>
        <pc:picChg chg="add mod ord">
          <ac:chgData name="David Gr" userId="1367bd02884872fb" providerId="LiveId" clId="{66566231-395F-4B7F-AA7A-F650A064F279}" dt="2026-04-17T11:47:39.234" v="1707" actId="1076"/>
          <ac:picMkLst>
            <pc:docMk/>
            <pc:sldMk cId="3658522128" sldId="282"/>
            <ac:picMk id="3" creationId="{53696270-5626-32E3-51BF-617E936DF8A4}"/>
          </ac:picMkLst>
        </pc:picChg>
        <pc:picChg chg="add mod">
          <ac:chgData name="David Gr" userId="1367bd02884872fb" providerId="LiveId" clId="{66566231-395F-4B7F-AA7A-F650A064F279}" dt="2026-04-17T11:47:27.494" v="1704" actId="14100"/>
          <ac:picMkLst>
            <pc:docMk/>
            <pc:sldMk cId="3658522128" sldId="282"/>
            <ac:picMk id="5" creationId="{D6AB4761-7C6D-CECE-2E8B-56698FC831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3268F-4C5B-4029-B2C0-8AF8C97EED1F}" type="datetimeFigureOut">
              <a:rPr lang="en-CA" smtClean="0"/>
              <a:t>2026-04-17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E27CE-C063-4801-A351-A6A58C427D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083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Avant :</a:t>
            </a:r>
            <a:endParaRPr lang="en-CA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Fautes de langue </a:t>
            </a:r>
          </a:p>
          <a:p>
            <a:pPr lvl="2"/>
            <a:r>
              <a:rPr lang="en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 génériques </a:t>
            </a:r>
          </a:p>
          <a:p>
            <a:pPr lvl="2"/>
            <a:r>
              <a:rPr lang="en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Faible crédibilité </a:t>
            </a:r>
          </a:p>
          <a:p>
            <a:pPr lvl="1"/>
            <a:r>
              <a:rPr lang="en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Maintenant :</a:t>
            </a:r>
            <a:endParaRPr lang="en-CA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Qualité linguistique élevée </a:t>
            </a:r>
          </a:p>
          <a:p>
            <a:pPr lvl="2"/>
            <a:r>
              <a:rPr lang="en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Contexte crédible </a:t>
            </a:r>
          </a:p>
          <a:p>
            <a:pPr lvl="2"/>
            <a:r>
              <a:rPr lang="en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 adapté à la cible</a:t>
            </a:r>
          </a:p>
          <a:p>
            <a:endParaRPr lang="en-CA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Punchline :</a:t>
            </a:r>
            <a:br>
              <a:rPr lang="fr-CA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“Vous ne détectez plus des erreurs.</a:t>
            </a:r>
            <a:b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CA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Vous devez détecter des intentions.”</a:t>
            </a:r>
            <a:endParaRPr lang="en-CA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A"/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E27CE-C063-4801-A351-A6A58C427D6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1911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Tu dis :</a:t>
            </a:r>
          </a:p>
          <a:p>
            <a:r>
              <a:rPr lang="fr-FR" b="1" dirty="0"/>
              <a:t>“Soyons honnêtes…”</a:t>
            </a:r>
            <a:br>
              <a:rPr lang="fr-FR" dirty="0"/>
            </a:br>
            <a:r>
              <a:rPr lang="fr-FR" b="1" dirty="0"/>
              <a:t>“À main levée qui pense que ce sera le cas ?”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Étape 2 — Tu ne poses PAS la 2e question</a:t>
            </a:r>
          </a:p>
          <a:p>
            <a:r>
              <a:rPr lang="fr-FR" dirty="0"/>
              <a:t>❗ C’est là que tu changes ton plan</a:t>
            </a:r>
          </a:p>
          <a:p>
            <a:r>
              <a:rPr lang="fr-FR" dirty="0"/>
              <a:t>👉 Tu enchaînes directement :</a:t>
            </a:r>
          </a:p>
          <a:p>
            <a:r>
              <a:rPr lang="fr-FR" b="1" dirty="0"/>
              <a:t>“Parfait.”</a:t>
            </a:r>
            <a:br>
              <a:rPr lang="fr-FR" dirty="0"/>
            </a:br>
            <a:r>
              <a:rPr lang="fr-FR" b="1" dirty="0"/>
              <a:t>“Maintenant, il y a un problème.”</a:t>
            </a:r>
            <a:endParaRPr lang="fr-FR" dirty="0"/>
          </a:p>
          <a:p>
            <a:br>
              <a:rPr lang="fr-FR" dirty="0"/>
            </a:br>
            <a:endParaRPr lang="fr-FR" dirty="0"/>
          </a:p>
          <a:p>
            <a:r>
              <a:rPr lang="fr-FR" b="1" dirty="0"/>
              <a:t>Étape 3 — Le coup de marteau</a:t>
            </a:r>
          </a:p>
          <a:p>
            <a:r>
              <a:rPr lang="fr-FR" dirty="0"/>
              <a:t>👉 Tu dis :</a:t>
            </a:r>
          </a:p>
          <a:p>
            <a:r>
              <a:rPr lang="fr-FR" b="1" dirty="0"/>
              <a:t>“Les attaquants, eux…”</a:t>
            </a:r>
            <a:br>
              <a:rPr lang="fr-FR" dirty="0"/>
            </a:br>
            <a:r>
              <a:rPr lang="fr-FR" b="1" dirty="0"/>
              <a:t>“n’attendent pas 2 ans.”</a:t>
            </a:r>
            <a:endParaRPr lang="fr-FR" dirty="0"/>
          </a:p>
          <a:p>
            <a:r>
              <a:rPr lang="fr-FR" dirty="0"/>
              <a:t>Pause.</a:t>
            </a:r>
          </a:p>
          <a:p>
            <a:r>
              <a:rPr lang="fr-FR" b="1" dirty="0"/>
              <a:t>“Ils utilisent déjà l’IA depuis 2 ans.”</a:t>
            </a:r>
            <a:endParaRPr lang="fr-FR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E27CE-C063-4801-A351-A6A58C427D6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4592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E27CE-C063-4801-A351-A6A58C427D6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5898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L’avantage de l’IA, c’est qu’elle peut améliorer la vitesse d’implantation de ce processus, et vous pourrez passer au prochain plus rapidement.</a:t>
            </a:r>
            <a:br>
              <a:rPr lang="fr-FR"/>
            </a:br>
            <a:r>
              <a:rPr lang="fr-FR"/>
              <a:t>Le problème de l’IA, c’est qu’elle rend les humains paresseux : ils pensent que mettre un prompt dans un chat et copier du texte dans un document règle le problème.</a:t>
            </a:r>
          </a:p>
          <a:p>
            <a:endParaRPr lang="fr-FR"/>
          </a:p>
          <a:p>
            <a:r>
              <a:rPr lang="fr-FR"/>
              <a:t>“Ajouter des alertes donne l’impression d’être plus sécurisé.”</a:t>
            </a:r>
            <a:br>
              <a:rPr lang="fr-FR"/>
            </a:br>
            <a:r>
              <a:rPr lang="fr-FR"/>
              <a:t>“En réalité, ça ralentit votre capacité à réagir.”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E27CE-C063-4801-A351-A6A58C427D6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322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B2C4-D8D1-220C-F4CE-061E9BAFC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312BA-EBD9-9934-94E1-69B37F6B7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155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5164-D268-8100-E17C-D22853FA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079"/>
            <a:ext cx="10515600" cy="64160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2ECD5-6A18-C22D-8B7D-E1569BF4A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7512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7DBC1EB-2F3C-5E40-BD47-F940F0CE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74073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0DAB74-B676-A0C9-02F7-794721DDA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53798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738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D00AD3-EC92-ED55-2F39-2BA5E7B5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74073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01BD51E-FB5B-40A9-E197-50A984E8E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53798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769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46CB-87FB-E27C-061B-3EEEDBD3F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74073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83443-90AB-66C1-9EF8-688FA66F8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53798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09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5164-D268-8100-E17C-D22853FA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0" y="1431851"/>
            <a:ext cx="11488480" cy="64160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2ECD5-6A18-C22D-8B7D-E1569BF4A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60" y="2208397"/>
            <a:ext cx="1148848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355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25A3691-BBDC-F616-13AA-D6F01056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84" y="113775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BC6F9-4A6D-D9D8-7D9A-610AECE65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484" y="2598258"/>
            <a:ext cx="5181600" cy="35331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DED9E2D-DA50-3E29-0893-5AAC2A0FD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3484" y="2598258"/>
            <a:ext cx="5181600" cy="35331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934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7340-F5E9-5F56-159C-6C4ADB028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8E00C-0296-A265-C7BF-026DD47EF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8977F-1680-9AB3-2A7E-B57387DF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B2EC0-E362-DD02-F2A2-7F55A3C2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5811B-CE36-5E9A-9FC0-15AB02B3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501B-1727-FA35-1CCD-D7622E51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115AF-8118-A95D-8AFB-F9F2CB21A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C274C-CE04-5260-3B88-846634BC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F2EDF-09B7-31E8-3814-64603064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FC086-6322-F920-1C31-DF5B253A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3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ECD75-ED77-59A2-205C-4669C4D9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E7A94-BE7B-2EFB-652E-C19D1BD59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7E6E9-050C-D5A3-838D-5D2CEBAF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B5482-16C7-19A1-4C83-EF7E48D0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C7CE4-F3AC-D246-8F31-F08D370D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6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4F19-49B7-6E8A-8920-A041BF73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B956B-9E39-3F65-4A06-AFE0B4462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24494-E378-2B61-D1CC-96C227E1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D253B-A5FB-D658-12D1-76CD4FEDA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79EA3-F319-5B34-A92F-377226F22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75320-1930-8CA3-E38A-8411EBD1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51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E2DE-BBA7-5BAB-E118-CB136C8A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D5614-A794-9679-9196-2573D6DBB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FB3B6-1147-6E60-3CFB-993BE438E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65405-71DC-702D-EAE2-886B1C579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C6B90-C491-E51E-1C23-5EDC7AFA8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96F9C-8088-5458-C0B6-BE6755C75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9CCB24-757C-58AE-A5D3-E2D1C587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909B7-0E74-4B57-E01C-49E9B6D3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31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7A07-81C8-7784-2158-4216374C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F8BD5-248F-9F04-5F65-DBBD5472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33DB1-6254-9D3D-DB4D-DE882B97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052C8-9AA0-948C-BD9A-1F8A0F3E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57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021AD-F1BF-A13F-3478-1A9F937B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98671-68FA-293A-3B0F-ECFD1FC1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C2D22-E6C8-D472-9F0D-9D6C1ABB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72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E2BE-2BE4-7EAF-AA57-CEF4ACFA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7EAF-F360-F91D-000D-7FD35E04D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87946-685D-242B-85B1-7C3A3C787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A6CF9-209D-F7A5-2312-75E58650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D369D-BB46-10DA-3A20-3B9D41BF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57BCB-BA4C-7C7A-0ED9-9BE2640A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97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9DB0-14E0-1A89-B864-F4C681E3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29209-02ED-D63B-95B4-C107658AB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F109-FB55-1D3C-B54A-1DEAEDC81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2AC54-BE29-B6F1-4910-3615B2D4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DBF89-70B3-D66E-CF10-3AD6A4E4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18A0A-6C76-2B59-BD66-C9E0E679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AEA5-952C-F6CC-E075-00FE3018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769F8-D4A6-CE6C-0041-7BE413CB9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87A22-6FC0-082F-0079-6E1ABEF1E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6D7B5-6526-2770-4489-9104AEF8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8C9F3-6AEF-32D1-CA9D-81FB2444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04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C70AB-191E-8931-9A70-78183A4B8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169DC-725B-969B-5531-55EC82948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AF0AF-56E6-4475-AD8E-808B689F0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2F5DA-37E0-F1A9-0757-D2C0CEE9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FCE96-F249-C1E1-41C5-2B0883C5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7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42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96" r:id="rId4"/>
    <p:sldLayoutId id="2147483697" r:id="rId5"/>
    <p:sldLayoutId id="2147483698" r:id="rId6"/>
    <p:sldLayoutId id="214748367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E6B31-F206-73A4-B8AD-0A6935BA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96E07-679B-BD63-D4DC-E39B82F1B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B20AD-4CD4-F36C-D9F3-CAAAE4475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5CB5A-3079-3B4E-90C0-511E67B560E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9D7F-E73B-880B-1596-744A14926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6AF78-E419-AF0C-C2C8-31AE07AAB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91B19-FA78-3B47-ABFB-F2914B5FC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4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70A4D8-5788-235A-440D-54250273F089}"/>
              </a:ext>
            </a:extLst>
          </p:cNvPr>
          <p:cNvSpPr/>
          <p:nvPr/>
        </p:nvSpPr>
        <p:spPr>
          <a:xfrm>
            <a:off x="5270089" y="2848897"/>
            <a:ext cx="6096000" cy="1160206"/>
          </a:xfrm>
          <a:prstGeom prst="roundRect">
            <a:avLst/>
          </a:prstGeom>
          <a:solidFill>
            <a:srgbClr val="2A31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b="1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L’</a:t>
            </a:r>
            <a:r>
              <a:rPr lang="fr-FR" sz="3200" b="1" dirty="0">
                <a:solidFill>
                  <a:srgbClr val="FFC000"/>
                </a:solidFill>
                <a:latin typeface="Open Sans"/>
                <a:ea typeface="Open Sans"/>
                <a:cs typeface="Open Sans"/>
              </a:rPr>
              <a:t>IA</a:t>
            </a:r>
            <a:r>
              <a:rPr lang="fr-FR" sz="3200" b="1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AU CŒUR DE LA CYBERSÉCURITÉ MODERNE</a:t>
            </a:r>
          </a:p>
        </p:txBody>
      </p:sp>
    </p:spTree>
    <p:extLst>
      <p:ext uri="{BB962C8B-B14F-4D97-AF65-F5344CB8AC3E}">
        <p14:creationId xmlns:p14="http://schemas.microsoft.com/office/powerpoint/2010/main" val="1551294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575738-88DC-3FCB-B964-0E0000036B53}"/>
              </a:ext>
            </a:extLst>
          </p:cNvPr>
          <p:cNvSpPr/>
          <p:nvPr/>
        </p:nvSpPr>
        <p:spPr>
          <a:xfrm rot="896961">
            <a:off x="8273666" y="2346593"/>
            <a:ext cx="3459297" cy="139914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1EEDB-A98F-347B-D05C-BAB0F226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4674"/>
            <a:ext cx="10515600" cy="641609"/>
          </a:xfrm>
        </p:spPr>
        <p:txBody>
          <a:bodyPr/>
          <a:lstStyle/>
          <a:p>
            <a:pPr algn="r"/>
            <a:r>
              <a:rPr lang="fr-CA" sz="6000" b="1"/>
              <a:t>David Grandolfo</a:t>
            </a:r>
            <a:endParaRPr lang="en-CA" sz="6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127E-8A6D-9439-746D-2B68FBEA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/>
              <a:t>Coordonnateur en sécurité défensive</a:t>
            </a:r>
            <a:br>
              <a:rPr lang="fr-FR"/>
            </a:br>
            <a:endParaRPr lang="fr-FR"/>
          </a:p>
          <a:p>
            <a:pPr>
              <a:buFont typeface="Wingdings" panose="05000000000000000000" pitchFamily="2" charset="2"/>
              <a:buChar char="Ø"/>
            </a:pPr>
            <a:r>
              <a:rPr lang="fr-FR"/>
              <a:t>20+ ans sur le terrain en TI &amp; cybersécurité</a:t>
            </a:r>
          </a:p>
          <a:p>
            <a:pPr>
              <a:buFont typeface="Wingdings" panose="05000000000000000000" pitchFamily="2" charset="2"/>
              <a:buChar char="Ø"/>
            </a:pPr>
            <a:endParaRPr lang="fr-FR"/>
          </a:p>
          <a:p>
            <a:pPr>
              <a:buFont typeface="Wingdings" panose="05000000000000000000" pitchFamily="2" charset="2"/>
              <a:buChar char="Ø"/>
            </a:pPr>
            <a:r>
              <a:rPr lang="fr-FR"/>
              <a:t>+300 organisations accompagnées</a:t>
            </a:r>
            <a:br>
              <a:rPr lang="fr-FR"/>
            </a:br>
            <a:r>
              <a:rPr lang="fr-FR"/>
              <a:t>De la PME à des environnements critiques</a:t>
            </a:r>
            <a:br>
              <a:rPr lang="fr-FR"/>
            </a:br>
            <a:endParaRPr lang="fr-FR"/>
          </a:p>
          <a:p>
            <a:pPr marL="0" indent="0">
              <a:buNone/>
            </a:pPr>
            <a:r>
              <a:rPr lang="fr-FR"/>
              <a:t>Aujourd’hui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/>
              <a:t>Les attaques évoluent plus vite que la capacité des </a:t>
            </a:r>
            <a:br>
              <a:rPr lang="fr-FR"/>
            </a:br>
            <a:r>
              <a:rPr lang="fr-FR"/>
              <a:t>équipes à les comprendre</a:t>
            </a:r>
          </a:p>
          <a:p>
            <a:pPr>
              <a:buFont typeface="Wingdings" panose="05000000000000000000" pitchFamily="2" charset="2"/>
              <a:buChar char="Ø"/>
            </a:pP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F35E10-9B0E-64FD-9D13-6AD820147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6961">
            <a:off x="8368889" y="2438112"/>
            <a:ext cx="3256143" cy="118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1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333E98-AC1F-63BF-E995-FB87627B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LES ATTAQUES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8A016-9E36-8154-4F2C-B4F84F4CD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La nature des attaques.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7494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066556-5D6F-42C1-42C2-7992A8E0ECD7}"/>
              </a:ext>
            </a:extLst>
          </p:cNvPr>
          <p:cNvSpPr/>
          <p:nvPr/>
        </p:nvSpPr>
        <p:spPr>
          <a:xfrm>
            <a:off x="4188542" y="383458"/>
            <a:ext cx="7718323" cy="48794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FFA3E8-EA2E-1151-110A-A4DB274BE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333" y="643285"/>
            <a:ext cx="9933333" cy="5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6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6414F25-A145-ECBB-31BE-5A14E81E0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466" y="1007192"/>
            <a:ext cx="9719733" cy="5467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76F8B8-7B56-ACE1-BF46-3672E311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350" y="1619250"/>
            <a:ext cx="7524750" cy="405086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Dans 2 ans...</a:t>
            </a:r>
            <a:br>
              <a:rPr lang="en-US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spc="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Utiliserez</a:t>
            </a:r>
            <a:r>
              <a:rPr lang="en-US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-vous </a:t>
            </a:r>
            <a:r>
              <a:rPr lang="en-US" b="1" spc="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l’IA</a:t>
            </a:r>
            <a:br>
              <a:rPr lang="en-US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</a:t>
            </a:r>
            <a:r>
              <a:rPr lang="en-US" b="1" spc="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votre</a:t>
            </a:r>
            <a:br>
              <a:rPr lang="en-US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u="sng" spc="300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Cyberdéfense</a:t>
            </a:r>
            <a:r>
              <a:rPr lang="en-US" sz="4800" b="1" u="sng" spc="3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?</a:t>
            </a:r>
            <a:endParaRPr lang="en-US" b="1" u="sng" spc="3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D5DF0B-D00E-74BB-2EF4-483867714EF7}"/>
              </a:ext>
            </a:extLst>
          </p:cNvPr>
          <p:cNvSpPr/>
          <p:nvPr/>
        </p:nvSpPr>
        <p:spPr>
          <a:xfrm>
            <a:off x="4188542" y="383458"/>
            <a:ext cx="7718323" cy="48794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411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F8B8-7B56-ACE1-BF46-3672E311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24" y="1194547"/>
            <a:ext cx="11488480" cy="641609"/>
          </a:xfrm>
        </p:spPr>
        <p:txBody>
          <a:bodyPr/>
          <a:lstStyle/>
          <a:p>
            <a:r>
              <a:rPr lang="en-US"/>
              <a:t>L’évolution des attaques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A6E99F-181C-216B-B493-B686496BC46D}"/>
              </a:ext>
            </a:extLst>
          </p:cNvPr>
          <p:cNvSpPr/>
          <p:nvPr/>
        </p:nvSpPr>
        <p:spPr>
          <a:xfrm>
            <a:off x="4087258" y="383457"/>
            <a:ext cx="7819607" cy="641609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CA" b="1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8E69BE-1522-3900-11C4-E0B89054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9306"/>
            <a:ext cx="12191471" cy="4147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3DE25B-7873-C009-22D1-301D662F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613" y="6212355"/>
            <a:ext cx="1403498" cy="48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1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49AD9E-1C56-A569-77CC-0D420CA1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1017171"/>
            <a:ext cx="11778335" cy="584082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FF0625-88B2-2882-3380-63E673B23BC5}"/>
              </a:ext>
            </a:extLst>
          </p:cNvPr>
          <p:cNvSpPr/>
          <p:nvPr/>
        </p:nvSpPr>
        <p:spPr>
          <a:xfrm>
            <a:off x="4087258" y="383457"/>
            <a:ext cx="7819607" cy="641609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CA" b="1">
              <a:solidFill>
                <a:srgbClr val="C0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DA0DB0-A812-EA79-77B4-26E7E35A5FA9}"/>
              </a:ext>
            </a:extLst>
          </p:cNvPr>
          <p:cNvSpPr/>
          <p:nvPr/>
        </p:nvSpPr>
        <p:spPr>
          <a:xfrm>
            <a:off x="10069417" y="6279614"/>
            <a:ext cx="1520328" cy="194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454382-BBCD-29DD-ECCA-5C38D1F7A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602" y="6335765"/>
            <a:ext cx="1857143" cy="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0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EB0780-EF61-F52D-7B40-999D053D1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8943"/>
            <a:ext cx="12192000" cy="418011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F8EE3D-429E-4C21-C106-F4CACEBB6EE2}"/>
              </a:ext>
            </a:extLst>
          </p:cNvPr>
          <p:cNvSpPr/>
          <p:nvPr/>
        </p:nvSpPr>
        <p:spPr>
          <a:xfrm>
            <a:off x="7954178" y="2633032"/>
            <a:ext cx="1883885" cy="2500829"/>
          </a:xfrm>
          <a:prstGeom prst="roundRect">
            <a:avLst/>
          </a:prstGeom>
          <a:noFill/>
          <a:ln w="7620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4683C95-D425-F37A-77A3-C042E6745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782" y="6164813"/>
            <a:ext cx="1857143" cy="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1224B2-12AD-7F4C-E8DB-48BCE15C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NIVEAUX DE MATURITÉ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2F361-517F-0911-A0BA-E0D3F606F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Connaissez-vous votre niveau de maturité en cybersécurité ou en IA 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6036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F8B8-7B56-ACE1-BF46-3672E311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31" y="1215542"/>
            <a:ext cx="11488480" cy="641609"/>
          </a:xfrm>
        </p:spPr>
        <p:txBody>
          <a:bodyPr/>
          <a:lstStyle/>
          <a:p>
            <a:r>
              <a:rPr lang="fr-CA" b="1"/>
              <a:t>Votre maturité cybersécurité en 4 niveaux</a:t>
            </a:r>
            <a:br>
              <a:rPr lang="en-CA"/>
            </a:b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AC89BD-CCB2-CC63-43E7-BC0ED92933C3}"/>
              </a:ext>
            </a:extLst>
          </p:cNvPr>
          <p:cNvSpPr/>
          <p:nvPr/>
        </p:nvSpPr>
        <p:spPr>
          <a:xfrm>
            <a:off x="4188542" y="383458"/>
            <a:ext cx="7718323" cy="48794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DEC4E4-BFDF-B9E9-79FF-B786EB4F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2" y="2666078"/>
            <a:ext cx="2152381" cy="361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1BC6F-26BA-3633-3F2A-237A96943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410" y="2151793"/>
            <a:ext cx="2238095" cy="41333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0319A3-45D9-27D1-4437-73EB6E09C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791" y="2170840"/>
            <a:ext cx="2190476" cy="41142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8F3A10-3F3C-5873-430E-AD26E83955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7978" y="2192874"/>
            <a:ext cx="2247619" cy="40952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4127208-7D81-2A62-729B-EFFC6FCFC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9973" y="2173827"/>
            <a:ext cx="2295238" cy="4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8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F8B8-7B56-ACE1-BF46-3672E311F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>
                <a:latin typeface="Open Sans"/>
                <a:ea typeface="Open Sans"/>
                <a:cs typeface="Open Sans"/>
              </a:rPr>
              <a:t>Modèle de maturité – IA &amp; Sécurité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BB604F-0E4F-2B66-5B1C-E81B7A888E72}"/>
              </a:ext>
            </a:extLst>
          </p:cNvPr>
          <p:cNvSpPr/>
          <p:nvPr/>
        </p:nvSpPr>
        <p:spPr>
          <a:xfrm>
            <a:off x="4188542" y="383458"/>
            <a:ext cx="7718323" cy="48794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C40F5-D859-5D84-D9AE-E9A34A4B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60" y="3666421"/>
            <a:ext cx="2819048" cy="2390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BCBA8D-927A-985C-935B-454EE5C1E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35" y="3334581"/>
            <a:ext cx="2923809" cy="2733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27624A-F6CA-A1BE-B0D0-645B4F5F5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459" y="3117026"/>
            <a:ext cx="2895238" cy="2961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32EAAA-78DE-3073-2E1C-DCF9F5FCF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244" y="2887910"/>
            <a:ext cx="2952381" cy="3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9DA9C3-7908-7BE4-F2B7-D8EBAE07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VOS PROCESSUS POUR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6FD0B-EDD4-8BEC-3D69-82CAA81F2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</a:t>
            </a:r>
            <a:r>
              <a:rPr lang="fr-FR" dirty="0">
                <a:solidFill>
                  <a:schemeClr val="accent2"/>
                </a:solidFill>
              </a:rPr>
              <a:t>IA</a:t>
            </a:r>
            <a:r>
              <a:rPr lang="fr-FR" dirty="0"/>
              <a:t> s’impose là où vos processus sont lents.</a:t>
            </a:r>
          </a:p>
        </p:txBody>
      </p:sp>
    </p:spTree>
    <p:extLst>
      <p:ext uri="{BB962C8B-B14F-4D97-AF65-F5344CB8AC3E}">
        <p14:creationId xmlns:p14="http://schemas.microsoft.com/office/powerpoint/2010/main" val="3741924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A85A83-BDA4-9EB9-F22C-1E814992DC9E}"/>
              </a:ext>
            </a:extLst>
          </p:cNvPr>
          <p:cNvSpPr/>
          <p:nvPr/>
        </p:nvSpPr>
        <p:spPr>
          <a:xfrm>
            <a:off x="4087258" y="383457"/>
            <a:ext cx="7819607" cy="641609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CA" b="1">
              <a:solidFill>
                <a:srgbClr val="C00000"/>
              </a:solidFill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A053A09-159A-7BE2-14E3-13FFDE46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31" y="1215542"/>
            <a:ext cx="11488480" cy="641609"/>
          </a:xfrm>
        </p:spPr>
        <p:txBody>
          <a:bodyPr/>
          <a:lstStyle/>
          <a:p>
            <a:r>
              <a:rPr lang="fr-CA" b="1"/>
              <a:t>Où l’IA crée de la valeur rapidement</a:t>
            </a:r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0AFDFAC-BAC9-4B79-A977-1CE0CF70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59" y="1857151"/>
            <a:ext cx="11200482" cy="51033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5E10C73-B557-903A-16D0-A78CFC177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59" y="2367485"/>
            <a:ext cx="11281311" cy="351739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C870BB4-9415-398D-E0DD-F830880DE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59" y="6003869"/>
            <a:ext cx="11200482" cy="56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1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BD58B-4604-4BF2-E806-AB3B1586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76BBC8-266D-F970-58EE-8E5847E8EEDC}"/>
              </a:ext>
            </a:extLst>
          </p:cNvPr>
          <p:cNvSpPr/>
          <p:nvPr/>
        </p:nvSpPr>
        <p:spPr>
          <a:xfrm>
            <a:off x="4087258" y="383457"/>
            <a:ext cx="7819607" cy="641609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CA" b="1">
              <a:solidFill>
                <a:srgbClr val="C00000"/>
              </a:solidFill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B593F84-A79E-5278-6173-F6A42DAF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31" y="1215542"/>
            <a:ext cx="11488480" cy="641609"/>
          </a:xfrm>
        </p:spPr>
        <p:txBody>
          <a:bodyPr/>
          <a:lstStyle/>
          <a:p>
            <a:r>
              <a:rPr lang="fr-CA" b="1"/>
              <a:t>Accélération de la décision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2CFB67-A5F4-6E2A-684A-1053E1EA8578}"/>
              </a:ext>
            </a:extLst>
          </p:cNvPr>
          <p:cNvSpPr txBox="1"/>
          <p:nvPr/>
        </p:nvSpPr>
        <p:spPr>
          <a:xfrm>
            <a:off x="357737" y="1927652"/>
            <a:ext cx="1166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/>
              <a:t>Moins de bruit, des décisions plus rapides.</a:t>
            </a:r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CAED2-7C20-97D0-31D5-A29339E9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37" y="2296984"/>
            <a:ext cx="11665284" cy="3431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8AC531-AD09-0393-550C-F0FC0F27B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37" y="5871686"/>
            <a:ext cx="11748690" cy="60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1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14EB-B60E-4AD0-D362-950A4019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Ceux qui avancent ont changé 3 choses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76EB-2ECB-F244-26D9-C0417201C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484" y="2598258"/>
            <a:ext cx="5181600" cy="145122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/>
              <a:t>Ils réduisent le bruit avant d’ajouter des outils </a:t>
            </a:r>
            <a:br>
              <a:rPr lang="fr-FR"/>
            </a:b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AFDFE-16F3-A30B-1580-344D7A3FF3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fr-FR"/>
              <a:t>Ils pensent en vitesse de décision, pas en volume de logs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0DD90C-F92A-9B70-E326-7D1A3D5F2400}"/>
              </a:ext>
            </a:extLst>
          </p:cNvPr>
          <p:cNvSpPr/>
          <p:nvPr/>
        </p:nvSpPr>
        <p:spPr>
          <a:xfrm>
            <a:off x="4188542" y="383458"/>
            <a:ext cx="7718323" cy="48794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962F68-ABE9-E89E-8C2E-F6FB524DE9CB}"/>
              </a:ext>
            </a:extLst>
          </p:cNvPr>
          <p:cNvSpPr txBox="1">
            <a:spLocks/>
          </p:cNvSpPr>
          <p:nvPr/>
        </p:nvSpPr>
        <p:spPr>
          <a:xfrm>
            <a:off x="299484" y="4049486"/>
            <a:ext cx="5181600" cy="17712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fr-FR" dirty="0"/>
              <a:t>Ils utilisent l’IA pour comprendre, pas pour accumuler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91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28CFDF-D6E9-A041-9C6A-723C2149B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VOTRE MATURITÉ EN IA DOIT ÊTRE AU NIVEAU 2 SUR 4 EN 2026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C44195-1A19-D855-31A1-905B5B81D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53798"/>
            <a:ext cx="10515600" cy="2676664"/>
          </a:xfrm>
        </p:spPr>
        <p:txBody>
          <a:bodyPr/>
          <a:lstStyle/>
          <a:p>
            <a:r>
              <a:rPr lang="fr-CA" dirty="0"/>
              <a:t>Réagissez rapidement: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dirty="0"/>
              <a:t>ROI mesurable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dirty="0"/>
              <a:t>Gain en quelques semaines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dirty="0"/>
              <a:t>Mise en place en moins de 2 semaines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2324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B6307-80A0-3D83-7260-58D922A7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AB4761-7C6D-CECE-2E8B-56698FC83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966" y="0"/>
            <a:ext cx="6832033" cy="4366638"/>
          </a:xfrm>
          <a:prstGeom prst="rect">
            <a:avLst/>
          </a:prstGeom>
        </p:spPr>
      </p:pic>
      <p:pic>
        <p:nvPicPr>
          <p:cNvPr id="3" name="Picture 2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53696270-5626-32E3-51BF-617E936DF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475" y="162905"/>
            <a:ext cx="3200524" cy="3228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66AB0C-723E-B9C9-E19A-7BB17262D85A}"/>
              </a:ext>
            </a:extLst>
          </p:cNvPr>
          <p:cNvSpPr txBox="1"/>
          <p:nvPr/>
        </p:nvSpPr>
        <p:spPr>
          <a:xfrm>
            <a:off x="5590954" y="3466368"/>
            <a:ext cx="47786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6000">
                <a:solidFill>
                  <a:schemeClr val="bg1"/>
                </a:solidFill>
              </a:rPr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365852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D009558546934C996FBD516F436BD0" ma:contentTypeVersion="11" ma:contentTypeDescription="Create a new document." ma:contentTypeScope="" ma:versionID="78e6809373e42250b273ee9859d4179c">
  <xsd:schema xmlns:xsd="http://www.w3.org/2001/XMLSchema" xmlns:xs="http://www.w3.org/2001/XMLSchema" xmlns:p="http://schemas.microsoft.com/office/2006/metadata/properties" xmlns:ns2="81fdb6a2-22e9-4ce5-8429-fceaf6c973d1" xmlns:ns3="8b1ac954-ec60-4272-9dee-c9974bba5939" targetNamespace="http://schemas.microsoft.com/office/2006/metadata/properties" ma:root="true" ma:fieldsID="4df8e3da208af4fabf0f45be2cfa4047" ns2:_="" ns3:_="">
    <xsd:import namespace="81fdb6a2-22e9-4ce5-8429-fceaf6c973d1"/>
    <xsd:import namespace="8b1ac954-ec60-4272-9dee-c9974bba59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db6a2-22e9-4ce5-8429-fceaf6c973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2cd5dd-7166-427a-9e19-d5294c2374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c954-ec60-4272-9dee-c9974bba593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c926dc8-c7d2-451c-af6a-fdec3b14d519}" ma:internalName="TaxCatchAll" ma:showField="CatchAllData" ma:web="8b1ac954-ec60-4272-9dee-c9974bba59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fdb6a2-22e9-4ce5-8429-fceaf6c973d1">
      <Terms xmlns="http://schemas.microsoft.com/office/infopath/2007/PartnerControls"/>
    </lcf76f155ced4ddcb4097134ff3c332f>
    <TaxCatchAll xmlns="8b1ac954-ec60-4272-9dee-c9974bba5939" xsi:nil="true"/>
  </documentManagement>
</p:properties>
</file>

<file path=customXml/itemProps1.xml><?xml version="1.0" encoding="utf-8"?>
<ds:datastoreItem xmlns:ds="http://schemas.openxmlformats.org/officeDocument/2006/customXml" ds:itemID="{34E13BF8-78ED-442C-81F4-B48B87B229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9227DE-8802-41D2-A281-E78F844B4A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fdb6a2-22e9-4ce5-8429-fceaf6c973d1"/>
    <ds:schemaRef ds:uri="8b1ac954-ec60-4272-9dee-c9974bba59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0700F1-1CD5-4139-95FB-A7DBD6AE883F}">
  <ds:schemaRefs>
    <ds:schemaRef ds:uri="http://schemas.microsoft.com/office/2006/metadata/properties"/>
    <ds:schemaRef ds:uri="http://schemas.microsoft.com/office/infopath/2007/PartnerControls"/>
    <ds:schemaRef ds:uri="d1aa18d1-b71f-4a6a-be4c-e5584ae43bdc"/>
    <ds:schemaRef ds:uri="bad5de72-40d5-4ae0-a3e7-160940e067bd"/>
    <ds:schemaRef ds:uri="81fdb6a2-22e9-4ce5-8429-fceaf6c973d1"/>
    <ds:schemaRef ds:uri="8b1ac954-ec60-4272-9dee-c9974bba593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422</Words>
  <Application>Microsoft Office PowerPoint</Application>
  <PresentationFormat>Widescreen</PresentationFormat>
  <Paragraphs>61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Open Sans</vt:lpstr>
      <vt:lpstr>Wingdings</vt:lpstr>
      <vt:lpstr>Office Theme</vt:lpstr>
      <vt:lpstr>Custom Design</vt:lpstr>
      <vt:lpstr>PowerPoint Presentation</vt:lpstr>
      <vt:lpstr>David Grandolfo</vt:lpstr>
      <vt:lpstr>LES ATTAQUES</vt:lpstr>
      <vt:lpstr>PowerPoint Presentation</vt:lpstr>
      <vt:lpstr>Dans 2 ans... Utiliserez-vous l’IA pour votre   Cyberdéfense ?</vt:lpstr>
      <vt:lpstr>L’évolution des attaques</vt:lpstr>
      <vt:lpstr>PowerPoint Presentation</vt:lpstr>
      <vt:lpstr>PowerPoint Presentation</vt:lpstr>
      <vt:lpstr>NIVEAUX DE MATURITÉ</vt:lpstr>
      <vt:lpstr>Votre maturité cybersécurité en 4 niveaux </vt:lpstr>
      <vt:lpstr>Modèle de maturité – IA &amp; Sécurité</vt:lpstr>
      <vt:lpstr>VOS PROCESSUS POUR 2026</vt:lpstr>
      <vt:lpstr>Où l’IA crée de la valeur rapidement</vt:lpstr>
      <vt:lpstr>Accélération de la décision</vt:lpstr>
      <vt:lpstr>Ceux qui avancent ont changé 3 choses</vt:lpstr>
      <vt:lpstr>VOTRE MATURITÉ EN IA DOIT ÊTRE AU NIVEAU 2 SUR 4 EN 2026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Bettyanne Sherrer</dc:creator>
  <cp:lastModifiedBy>Laurence Cadieux</cp:lastModifiedBy>
  <cp:revision>17</cp:revision>
  <dcterms:created xsi:type="dcterms:W3CDTF">2024-04-24T19:04:05Z</dcterms:created>
  <dcterms:modified xsi:type="dcterms:W3CDTF">2026-04-17T17:59:25Z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0x01010057D009558546934C996FBD516F436BD0</vt:lpwstr>
  </property>
</Properties>
</file>